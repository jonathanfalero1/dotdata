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Georama"/>
      <p:regular r:id="rId14"/>
      <p:bold r:id="rId15"/>
      <p:italic r:id="rId16"/>
      <p:boldItalic r:id="rId17"/>
    </p:embeddedFont>
    <p:embeddedFont>
      <p:font typeface="Hanken Grotesk"/>
      <p:regular r:id="rId18"/>
      <p:bold r:id="rId19"/>
      <p:italic r:id="rId20"/>
      <p:boldItalic r:id="rId21"/>
    </p:embeddedFont>
    <p:embeddedFont>
      <p:font typeface="Geologica SemiBold"/>
      <p:regular r:id="rId22"/>
      <p:bold r:id="rId23"/>
    </p:embeddedFont>
    <p:embeddedFont>
      <p:font typeface="Geologica"/>
      <p:regular r:id="rId24"/>
      <p:bold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italic.fntdata"/><Relationship Id="rId22" Type="http://schemas.openxmlformats.org/officeDocument/2006/relationships/font" Target="fonts/GeologicaSemiBold-regular.fntdata"/><Relationship Id="rId21" Type="http://schemas.openxmlformats.org/officeDocument/2006/relationships/font" Target="fonts/HankenGrotesk-boldItalic.fntdata"/><Relationship Id="rId24" Type="http://schemas.openxmlformats.org/officeDocument/2006/relationships/font" Target="fonts/Geologica-regular.fntdata"/><Relationship Id="rId23" Type="http://schemas.openxmlformats.org/officeDocument/2006/relationships/font" Target="fonts/Geologica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regular.fntdata"/><Relationship Id="rId25" Type="http://schemas.openxmlformats.org/officeDocument/2006/relationships/font" Target="fonts/Geologica-bold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Georama-bold.fntdata"/><Relationship Id="rId14" Type="http://schemas.openxmlformats.org/officeDocument/2006/relationships/font" Target="fonts/Georama-regular.fntdata"/><Relationship Id="rId17" Type="http://schemas.openxmlformats.org/officeDocument/2006/relationships/font" Target="fonts/Georama-boldItalic.fntdata"/><Relationship Id="rId16" Type="http://schemas.openxmlformats.org/officeDocument/2006/relationships/font" Target="fonts/Georama-italic.fntdata"/><Relationship Id="rId19" Type="http://schemas.openxmlformats.org/officeDocument/2006/relationships/font" Target="fonts/HankenGrotesk-bold.fntdata"/><Relationship Id="rId18" Type="http://schemas.openxmlformats.org/officeDocument/2006/relationships/font" Target="fonts/Hanken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2a18accce4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2a18accce4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6" name="Google Shape;2086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3ca2b7a23e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2" name="Google Shape;2092;g3ca2b7a23e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g3ca2b7a23e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8" name="Google Shape;2098;g3ca2b7a23e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4" name="Google Shape;2104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1" name="Google Shape;2161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3ca2b7a23e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3ca2b7a23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" name="Google Shape;37;p2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" name="Google Shape;39;p2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40" name="Google Shape;40;p2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4" name="Google Shape;64;p2"/>
          <p:cNvSpPr txBox="1"/>
          <p:nvPr>
            <p:ph type="ctrTitle"/>
          </p:nvPr>
        </p:nvSpPr>
        <p:spPr>
          <a:xfrm>
            <a:off x="713225" y="1199238"/>
            <a:ext cx="4354200" cy="19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2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5" name="Google Shape;65;p2"/>
          <p:cNvSpPr txBox="1"/>
          <p:nvPr>
            <p:ph idx="1" type="subTitle"/>
          </p:nvPr>
        </p:nvSpPr>
        <p:spPr>
          <a:xfrm>
            <a:off x="713225" y="3278425"/>
            <a:ext cx="2133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68" name="Google Shape;68;p3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0" name="Google Shape;70;p3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71" name="Google Shape;71;p3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72;p3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3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74;p3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" name="Google Shape;75;p3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76;p3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3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3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3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3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3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82;p3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3;p3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3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3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3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p3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3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3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" name="Google Shape;90;p3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p3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3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" name="Google Shape;93;p3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" name="Google Shape;94;p3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3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97" name="Google Shape;97;p3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3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3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3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3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3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3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3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3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3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3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3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3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3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3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3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3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3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17;p3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3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3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3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21" name="Google Shape;121;p3"/>
          <p:cNvGrpSpPr/>
          <p:nvPr/>
        </p:nvGrpSpPr>
        <p:grpSpPr>
          <a:xfrm>
            <a:off x="-8587" y="1"/>
            <a:ext cx="1408244" cy="1408069"/>
            <a:chOff x="0" y="1"/>
            <a:chExt cx="1408244" cy="1408069"/>
          </a:xfrm>
        </p:grpSpPr>
        <p:sp>
          <p:nvSpPr>
            <p:cNvPr id="122" name="Google Shape;122;p3"/>
            <p:cNvSpPr/>
            <p:nvPr/>
          </p:nvSpPr>
          <p:spPr>
            <a:xfrm>
              <a:off x="0" y="1"/>
              <a:ext cx="1408244" cy="1408069"/>
            </a:xfrm>
            <a:custGeom>
              <a:rect b="b" l="l" r="r" t="t"/>
              <a:pathLst>
                <a:path extrusionOk="0" h="715664" w="715753">
                  <a:moveTo>
                    <a:pt x="0" y="0"/>
                  </a:moveTo>
                  <a:lnTo>
                    <a:pt x="0" y="715664"/>
                  </a:lnTo>
                  <a:lnTo>
                    <a:pt x="715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" name="Google Shape;123;p3"/>
            <p:cNvGrpSpPr/>
            <p:nvPr/>
          </p:nvGrpSpPr>
          <p:grpSpPr>
            <a:xfrm flipH="1" rot="5400000">
              <a:off x="127470" y="161825"/>
              <a:ext cx="736529" cy="682221"/>
              <a:chOff x="7817623" y="6303996"/>
              <a:chExt cx="321530" cy="297835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8073882" y="6303996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7817623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24946" y="23694"/>
                    </a:lnTo>
                    <a:lnTo>
                      <a:pt x="0" y="23694"/>
                    </a:lnTo>
                    <a:lnTo>
                      <a:pt x="20207" y="38358"/>
                    </a:lnTo>
                    <a:lnTo>
                      <a:pt x="12518" y="62053"/>
                    </a:lnTo>
                    <a:lnTo>
                      <a:pt x="32636" y="47389"/>
                    </a:lnTo>
                    <a:lnTo>
                      <a:pt x="52843" y="62053"/>
                    </a:lnTo>
                    <a:lnTo>
                      <a:pt x="45154" y="38358"/>
                    </a:lnTo>
                    <a:lnTo>
                      <a:pt x="65272" y="23694"/>
                    </a:lnTo>
                    <a:lnTo>
                      <a:pt x="40325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8073882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7945753" y="6433913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5"/>
                    </a:lnTo>
                    <a:lnTo>
                      <a:pt x="65272" y="23695"/>
                    </a:lnTo>
                    <a:lnTo>
                      <a:pt x="45154" y="38359"/>
                    </a:lnTo>
                    <a:lnTo>
                      <a:pt x="52843" y="62053"/>
                    </a:lnTo>
                    <a:lnTo>
                      <a:pt x="32636" y="47478"/>
                    </a:lnTo>
                    <a:lnTo>
                      <a:pt x="12518" y="62053"/>
                    </a:lnTo>
                    <a:lnTo>
                      <a:pt x="20207" y="38359"/>
                    </a:lnTo>
                    <a:lnTo>
                      <a:pt x="0" y="23695"/>
                    </a:lnTo>
                    <a:lnTo>
                      <a:pt x="24946" y="23695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8" name="Google Shape;128;p3"/>
          <p:cNvSpPr txBox="1"/>
          <p:nvPr>
            <p:ph type="title"/>
          </p:nvPr>
        </p:nvSpPr>
        <p:spPr>
          <a:xfrm>
            <a:off x="713225" y="2526750"/>
            <a:ext cx="43263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9" name="Google Shape;129;p3"/>
          <p:cNvSpPr txBox="1"/>
          <p:nvPr>
            <p:ph hasCustomPrompt="1" idx="2" type="title"/>
          </p:nvPr>
        </p:nvSpPr>
        <p:spPr>
          <a:xfrm>
            <a:off x="713225" y="1221575"/>
            <a:ext cx="1652100" cy="9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3"/>
          <p:cNvSpPr txBox="1"/>
          <p:nvPr>
            <p:ph idx="1" type="subTitle"/>
          </p:nvPr>
        </p:nvSpPr>
        <p:spPr>
          <a:xfrm>
            <a:off x="713225" y="3259550"/>
            <a:ext cx="25575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4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33" name="Google Shape;133;p4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34" name="Google Shape;134;p4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" name="Google Shape;135;p4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36" name="Google Shape;136;p4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4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4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4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4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4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4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4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4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4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4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4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4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4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4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4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4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4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4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4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4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" name="Google Shape;160;p4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61" name="Google Shape;161;p4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2" name="Google Shape;162;p4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63" name="Google Shape;163;p4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4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4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4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" name="Google Shape;167;p4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" name="Google Shape;168;p4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" name="Google Shape;169;p4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" name="Google Shape;170;p4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p4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" name="Google Shape;172;p4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" name="Google Shape;173;p4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4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4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4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4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4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4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4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4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4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4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4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4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4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87" name="Google Shape;187;p4"/>
          <p:cNvGrpSpPr/>
          <p:nvPr/>
        </p:nvGrpSpPr>
        <p:grpSpPr>
          <a:xfrm>
            <a:off x="5404717" y="3902816"/>
            <a:ext cx="3772813" cy="952550"/>
            <a:chOff x="5404628" y="897685"/>
            <a:chExt cx="2218649" cy="560192"/>
          </a:xfrm>
        </p:grpSpPr>
        <p:sp>
          <p:nvSpPr>
            <p:cNvPr id="188" name="Google Shape;188;p4"/>
            <p:cNvSpPr/>
            <p:nvPr/>
          </p:nvSpPr>
          <p:spPr>
            <a:xfrm>
              <a:off x="5404628" y="897685"/>
              <a:ext cx="2218648" cy="560192"/>
            </a:xfrm>
            <a:custGeom>
              <a:rect b="b" l="l" r="r" t="t"/>
              <a:pathLst>
                <a:path extrusionOk="0" h="560192" w="2218648">
                  <a:moveTo>
                    <a:pt x="0" y="560193"/>
                  </a:moveTo>
                  <a:lnTo>
                    <a:pt x="2218649" y="0"/>
                  </a:lnTo>
                  <a:lnTo>
                    <a:pt x="2218649" y="560193"/>
                  </a:lnTo>
                  <a:lnTo>
                    <a:pt x="0" y="5601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4"/>
            <p:cNvGrpSpPr/>
            <p:nvPr/>
          </p:nvGrpSpPr>
          <p:grpSpPr>
            <a:xfrm>
              <a:off x="5404628" y="897685"/>
              <a:ext cx="2218649" cy="560192"/>
              <a:chOff x="5404628" y="897685"/>
              <a:chExt cx="2218649" cy="560192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5404628" y="897685"/>
                <a:ext cx="2218648" cy="560192"/>
              </a:xfrm>
              <a:custGeom>
                <a:rect b="b" l="l" r="r" t="t"/>
                <a:pathLst>
                  <a:path extrusionOk="0" h="560192" w="2218648">
                    <a:moveTo>
                      <a:pt x="2218649" y="0"/>
                    </a:moveTo>
                    <a:lnTo>
                      <a:pt x="2218649" y="81362"/>
                    </a:lnTo>
                    <a:lnTo>
                      <a:pt x="322334" y="560193"/>
                    </a:lnTo>
                    <a:lnTo>
                      <a:pt x="0" y="560193"/>
                    </a:lnTo>
                    <a:lnTo>
                      <a:pt x="22186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6032336" y="1056148"/>
                <a:ext cx="1590941" cy="401729"/>
              </a:xfrm>
              <a:custGeom>
                <a:rect b="b" l="l" r="r" t="t"/>
                <a:pathLst>
                  <a:path extrusionOk="0" h="401729" w="1590941">
                    <a:moveTo>
                      <a:pt x="1590941" y="0"/>
                    </a:moveTo>
                    <a:lnTo>
                      <a:pt x="1590941" y="81444"/>
                    </a:lnTo>
                    <a:lnTo>
                      <a:pt x="322334" y="401730"/>
                    </a:lnTo>
                    <a:lnTo>
                      <a:pt x="0" y="401730"/>
                    </a:lnTo>
                    <a:lnTo>
                      <a:pt x="15909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6660125" y="1214693"/>
                <a:ext cx="963151" cy="243184"/>
              </a:xfrm>
              <a:custGeom>
                <a:rect b="b" l="l" r="r" t="t"/>
                <a:pathLst>
                  <a:path extrusionOk="0" h="243184" w="963151">
                    <a:moveTo>
                      <a:pt x="963152" y="0"/>
                    </a:moveTo>
                    <a:lnTo>
                      <a:pt x="963152" y="81362"/>
                    </a:lnTo>
                    <a:lnTo>
                      <a:pt x="322252" y="243184"/>
                    </a:lnTo>
                    <a:lnTo>
                      <a:pt x="0" y="243184"/>
                    </a:lnTo>
                    <a:lnTo>
                      <a:pt x="9631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7287833" y="1373156"/>
                <a:ext cx="335443" cy="84721"/>
              </a:xfrm>
              <a:custGeom>
                <a:rect b="b" l="l" r="r" t="t"/>
                <a:pathLst>
                  <a:path extrusionOk="0" h="84721" w="335443">
                    <a:moveTo>
                      <a:pt x="335444" y="0"/>
                    </a:moveTo>
                    <a:lnTo>
                      <a:pt x="335444" y="81362"/>
                    </a:lnTo>
                    <a:lnTo>
                      <a:pt x="322416" y="84721"/>
                    </a:lnTo>
                    <a:lnTo>
                      <a:pt x="0" y="84721"/>
                    </a:lnTo>
                    <a:lnTo>
                      <a:pt x="3354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4" name="Google Shape;19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5" name="Google Shape;195;p4"/>
          <p:cNvSpPr txBox="1"/>
          <p:nvPr>
            <p:ph idx="1" type="body"/>
          </p:nvPr>
        </p:nvSpPr>
        <p:spPr>
          <a:xfrm>
            <a:off x="720000" y="1215751"/>
            <a:ext cx="77040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5"/>
          <p:cNvGrpSpPr/>
          <p:nvPr/>
        </p:nvGrpSpPr>
        <p:grpSpPr>
          <a:xfrm>
            <a:off x="-17948" y="3809106"/>
            <a:ext cx="9192476" cy="1281210"/>
            <a:chOff x="-17948" y="3809106"/>
            <a:chExt cx="9192476" cy="1281210"/>
          </a:xfrm>
        </p:grpSpPr>
        <p:grpSp>
          <p:nvGrpSpPr>
            <p:cNvPr id="198" name="Google Shape;198;p5"/>
            <p:cNvGrpSpPr/>
            <p:nvPr/>
          </p:nvGrpSpPr>
          <p:grpSpPr>
            <a:xfrm>
              <a:off x="-17948" y="4032389"/>
              <a:ext cx="2596774" cy="966067"/>
              <a:chOff x="-49178" y="3956189"/>
              <a:chExt cx="2596774" cy="966067"/>
            </a:xfrm>
          </p:grpSpPr>
          <p:sp>
            <p:nvSpPr>
              <p:cNvPr id="199" name="Google Shape;199;p5"/>
              <p:cNvSpPr/>
              <p:nvPr/>
            </p:nvSpPr>
            <p:spPr>
              <a:xfrm>
                <a:off x="-49168" y="4082106"/>
                <a:ext cx="2166581" cy="819559"/>
              </a:xfrm>
              <a:custGeom>
                <a:rect b="b" l="l" r="r" t="t"/>
                <a:pathLst>
                  <a:path extrusionOk="0" h="244098" w="645296">
                    <a:moveTo>
                      <a:pt x="179" y="223891"/>
                    </a:moveTo>
                    <a:cubicBezTo>
                      <a:pt x="25304" y="227199"/>
                      <a:pt x="57314" y="230329"/>
                      <a:pt x="97640" y="233548"/>
                    </a:cubicBezTo>
                    <a:lnTo>
                      <a:pt x="0" y="231670"/>
                    </a:lnTo>
                    <a:lnTo>
                      <a:pt x="179" y="223980"/>
                    </a:lnTo>
                    <a:close/>
                    <a:moveTo>
                      <a:pt x="645207" y="244098"/>
                    </a:moveTo>
                    <a:lnTo>
                      <a:pt x="586641" y="242936"/>
                    </a:lnTo>
                    <a:cubicBezTo>
                      <a:pt x="544348" y="217990"/>
                      <a:pt x="463161" y="217274"/>
                      <a:pt x="335926" y="205919"/>
                    </a:cubicBezTo>
                    <a:cubicBezTo>
                      <a:pt x="163537" y="190629"/>
                      <a:pt x="406294" y="128040"/>
                      <a:pt x="201091" y="113197"/>
                    </a:cubicBezTo>
                    <a:cubicBezTo>
                      <a:pt x="75465" y="104077"/>
                      <a:pt x="20565" y="95136"/>
                      <a:pt x="2861" y="83691"/>
                    </a:cubicBezTo>
                    <a:lnTo>
                      <a:pt x="3308" y="60533"/>
                    </a:lnTo>
                    <a:cubicBezTo>
                      <a:pt x="4113" y="59728"/>
                      <a:pt x="4918" y="58834"/>
                      <a:pt x="5723" y="58029"/>
                    </a:cubicBezTo>
                    <a:cubicBezTo>
                      <a:pt x="12161" y="51770"/>
                      <a:pt x="10193" y="47657"/>
                      <a:pt x="3577" y="44885"/>
                    </a:cubicBezTo>
                    <a:lnTo>
                      <a:pt x="4471" y="0"/>
                    </a:lnTo>
                    <a:cubicBezTo>
                      <a:pt x="26646" y="1252"/>
                      <a:pt x="43455" y="5544"/>
                      <a:pt x="31653" y="17257"/>
                    </a:cubicBezTo>
                    <a:cubicBezTo>
                      <a:pt x="5276" y="43276"/>
                      <a:pt x="21906" y="57582"/>
                      <a:pt x="227110" y="72425"/>
                    </a:cubicBezTo>
                    <a:cubicBezTo>
                      <a:pt x="432224" y="87357"/>
                      <a:pt x="189467" y="149857"/>
                      <a:pt x="361856" y="165236"/>
                    </a:cubicBezTo>
                    <a:cubicBezTo>
                      <a:pt x="534244" y="180525"/>
                      <a:pt x="622317" y="176412"/>
                      <a:pt x="643239" y="239628"/>
                    </a:cubicBezTo>
                    <a:cubicBezTo>
                      <a:pt x="643776" y="241148"/>
                      <a:pt x="644402" y="242668"/>
                      <a:pt x="645296" y="244098"/>
                    </a:cubicBezTo>
                    <a:lnTo>
                      <a:pt x="645296" y="244098"/>
                    </a:lnTo>
                    <a:close/>
                    <a:moveTo>
                      <a:pt x="256616" y="236588"/>
                    </a:moveTo>
                    <a:lnTo>
                      <a:pt x="232117" y="236141"/>
                    </a:lnTo>
                    <a:cubicBezTo>
                      <a:pt x="243115" y="218437"/>
                      <a:pt x="243294" y="201538"/>
                      <a:pt x="149231" y="194742"/>
                    </a:cubicBezTo>
                    <a:cubicBezTo>
                      <a:pt x="80383" y="189735"/>
                      <a:pt x="32815" y="184817"/>
                      <a:pt x="984" y="179453"/>
                    </a:cubicBezTo>
                    <a:lnTo>
                      <a:pt x="1878" y="133673"/>
                    </a:lnTo>
                    <a:cubicBezTo>
                      <a:pt x="31653" y="141005"/>
                      <a:pt x="85301" y="147442"/>
                      <a:pt x="175161" y="153970"/>
                    </a:cubicBezTo>
                    <a:cubicBezTo>
                      <a:pt x="348623" y="166577"/>
                      <a:pt x="201806" y="213251"/>
                      <a:pt x="256616" y="236588"/>
                    </a:cubicBezTo>
                    <a:lnTo>
                      <a:pt x="256616" y="23658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" name="Google Shape;200;p5"/>
              <p:cNvGrpSpPr/>
              <p:nvPr/>
            </p:nvGrpSpPr>
            <p:grpSpPr>
              <a:xfrm>
                <a:off x="-49178" y="3956189"/>
                <a:ext cx="2596774" cy="966067"/>
                <a:chOff x="-26692" y="3843763"/>
                <a:chExt cx="2596774" cy="966067"/>
              </a:xfrm>
            </p:grpSpPr>
            <p:sp>
              <p:nvSpPr>
                <p:cNvPr id="201" name="Google Shape;201;p5"/>
                <p:cNvSpPr/>
                <p:nvPr/>
              </p:nvSpPr>
              <p:spPr>
                <a:xfrm>
                  <a:off x="-26692" y="3843763"/>
                  <a:ext cx="2596774" cy="966067"/>
                </a:xfrm>
                <a:custGeom>
                  <a:rect b="b" l="l" r="r" t="t"/>
                  <a:pathLst>
                    <a:path extrusionOk="0" h="287734" w="773425">
                      <a:moveTo>
                        <a:pt x="97461" y="274680"/>
                      </a:moveTo>
                      <a:cubicBezTo>
                        <a:pt x="57135" y="271550"/>
                        <a:pt x="25125" y="268332"/>
                        <a:pt x="0" y="265023"/>
                      </a:cubicBezTo>
                      <a:lnTo>
                        <a:pt x="894" y="220585"/>
                      </a:lnTo>
                      <a:cubicBezTo>
                        <a:pt x="32815" y="225950"/>
                        <a:pt x="80382" y="230867"/>
                        <a:pt x="149141" y="235875"/>
                      </a:cubicBezTo>
                      <a:cubicBezTo>
                        <a:pt x="243204" y="242670"/>
                        <a:pt x="243025" y="259569"/>
                        <a:pt x="232028" y="277273"/>
                      </a:cubicBezTo>
                      <a:lnTo>
                        <a:pt x="97461" y="274680"/>
                      </a:lnTo>
                      <a:close/>
                      <a:moveTo>
                        <a:pt x="773425" y="287734"/>
                      </a:moveTo>
                      <a:lnTo>
                        <a:pt x="645117" y="285231"/>
                      </a:lnTo>
                      <a:cubicBezTo>
                        <a:pt x="644312" y="283800"/>
                        <a:pt x="643597" y="282280"/>
                        <a:pt x="643060" y="280760"/>
                      </a:cubicBezTo>
                      <a:cubicBezTo>
                        <a:pt x="622138" y="217545"/>
                        <a:pt x="534065" y="221747"/>
                        <a:pt x="361677" y="206368"/>
                      </a:cubicBezTo>
                      <a:cubicBezTo>
                        <a:pt x="189288" y="190989"/>
                        <a:pt x="432045" y="128489"/>
                        <a:pt x="226931" y="113557"/>
                      </a:cubicBezTo>
                      <a:cubicBezTo>
                        <a:pt x="21817" y="98625"/>
                        <a:pt x="5097" y="84408"/>
                        <a:pt x="31474" y="58389"/>
                      </a:cubicBezTo>
                      <a:cubicBezTo>
                        <a:pt x="43365" y="46676"/>
                        <a:pt x="26467" y="42384"/>
                        <a:pt x="4292" y="41132"/>
                      </a:cubicBezTo>
                      <a:lnTo>
                        <a:pt x="5097" y="92"/>
                      </a:lnTo>
                      <a:cubicBezTo>
                        <a:pt x="36391" y="-534"/>
                        <a:pt x="73587" y="1701"/>
                        <a:pt x="57403" y="17617"/>
                      </a:cubicBezTo>
                      <a:cubicBezTo>
                        <a:pt x="30937" y="43636"/>
                        <a:pt x="47657" y="57942"/>
                        <a:pt x="252772" y="72874"/>
                      </a:cubicBezTo>
                      <a:cubicBezTo>
                        <a:pt x="457886" y="87717"/>
                        <a:pt x="215128" y="150306"/>
                        <a:pt x="387517" y="165596"/>
                      </a:cubicBezTo>
                      <a:cubicBezTo>
                        <a:pt x="559996" y="180975"/>
                        <a:pt x="647978" y="176772"/>
                        <a:pt x="668901" y="239987"/>
                      </a:cubicBezTo>
                      <a:cubicBezTo>
                        <a:pt x="676322" y="262251"/>
                        <a:pt x="719956" y="277362"/>
                        <a:pt x="773336" y="287645"/>
                      </a:cubicBezTo>
                      <a:lnTo>
                        <a:pt x="773336" y="287645"/>
                      </a:lnTo>
                      <a:close/>
                      <a:moveTo>
                        <a:pt x="586462" y="284158"/>
                      </a:moveTo>
                      <a:lnTo>
                        <a:pt x="256527" y="277809"/>
                      </a:lnTo>
                      <a:cubicBezTo>
                        <a:pt x="201716" y="254472"/>
                        <a:pt x="348533" y="207799"/>
                        <a:pt x="175071" y="195191"/>
                      </a:cubicBezTo>
                      <a:cubicBezTo>
                        <a:pt x="85211" y="188664"/>
                        <a:pt x="31563" y="182316"/>
                        <a:pt x="1788" y="174895"/>
                      </a:cubicBezTo>
                      <a:lnTo>
                        <a:pt x="2772" y="124913"/>
                      </a:lnTo>
                      <a:cubicBezTo>
                        <a:pt x="20386" y="136357"/>
                        <a:pt x="75375" y="145299"/>
                        <a:pt x="201001" y="154419"/>
                      </a:cubicBezTo>
                      <a:cubicBezTo>
                        <a:pt x="406205" y="169262"/>
                        <a:pt x="163358" y="231851"/>
                        <a:pt x="335836" y="247141"/>
                      </a:cubicBezTo>
                      <a:cubicBezTo>
                        <a:pt x="463071" y="258496"/>
                        <a:pt x="544259" y="259122"/>
                        <a:pt x="586551" y="284158"/>
                      </a:cubicBezTo>
                      <a:lnTo>
                        <a:pt x="586551" y="284158"/>
                      </a:lnTo>
                      <a:close/>
                      <a:moveTo>
                        <a:pt x="3129" y="101665"/>
                      </a:moveTo>
                      <a:lnTo>
                        <a:pt x="3398" y="86018"/>
                      </a:lnTo>
                      <a:cubicBezTo>
                        <a:pt x="10014" y="88700"/>
                        <a:pt x="11892" y="92903"/>
                        <a:pt x="5544" y="99162"/>
                      </a:cubicBezTo>
                      <a:cubicBezTo>
                        <a:pt x="4739" y="99966"/>
                        <a:pt x="3934" y="100860"/>
                        <a:pt x="3129" y="101665"/>
                      </a:cubicBezTo>
                      <a:lnTo>
                        <a:pt x="3129" y="10166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5"/>
                <p:cNvSpPr/>
                <p:nvPr/>
              </p:nvSpPr>
              <p:spPr>
                <a:xfrm>
                  <a:off x="1675518" y="4577063"/>
                  <a:ext cx="456610" cy="223952"/>
                </a:xfrm>
                <a:custGeom>
                  <a:rect b="b" l="l" r="r" t="t"/>
                  <a:pathLst>
                    <a:path extrusionOk="0" h="66702" w="135997">
                      <a:moveTo>
                        <a:pt x="133225" y="66703"/>
                      </a:moveTo>
                      <a:lnTo>
                        <a:pt x="79399" y="65629"/>
                      </a:lnTo>
                      <a:cubicBezTo>
                        <a:pt x="64020" y="56509"/>
                        <a:pt x="43544" y="50697"/>
                        <a:pt x="17614" y="46316"/>
                      </a:cubicBezTo>
                      <a:cubicBezTo>
                        <a:pt x="13143" y="31116"/>
                        <a:pt x="7063" y="15558"/>
                        <a:pt x="0" y="0"/>
                      </a:cubicBezTo>
                      <a:cubicBezTo>
                        <a:pt x="78415" y="7958"/>
                        <a:pt x="122049" y="20207"/>
                        <a:pt x="135997" y="62321"/>
                      </a:cubicBezTo>
                      <a:lnTo>
                        <a:pt x="133225" y="66703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5"/>
                <p:cNvSpPr/>
                <p:nvPr/>
              </p:nvSpPr>
              <p:spPr>
                <a:xfrm>
                  <a:off x="1598075" y="4425783"/>
                  <a:ext cx="621124" cy="371951"/>
                </a:xfrm>
                <a:custGeom>
                  <a:rect b="b" l="l" r="r" t="t"/>
                  <a:pathLst>
                    <a:path extrusionOk="0" h="110782" w="184996">
                      <a:moveTo>
                        <a:pt x="102468" y="110693"/>
                      </a:moveTo>
                      <a:lnTo>
                        <a:pt x="45243" y="109621"/>
                      </a:lnTo>
                      <a:cubicBezTo>
                        <a:pt x="43991" y="103630"/>
                        <a:pt x="42382" y="97550"/>
                        <a:pt x="40593" y="91470"/>
                      </a:cubicBezTo>
                      <a:cubicBezTo>
                        <a:pt x="66613" y="95851"/>
                        <a:pt x="87088" y="101663"/>
                        <a:pt x="102378" y="110783"/>
                      </a:cubicBezTo>
                      <a:lnTo>
                        <a:pt x="102378" y="110783"/>
                      </a:lnTo>
                      <a:close/>
                      <a:moveTo>
                        <a:pt x="23069" y="45064"/>
                      </a:moveTo>
                      <a:cubicBezTo>
                        <a:pt x="16184" y="30043"/>
                        <a:pt x="8405" y="14932"/>
                        <a:pt x="0" y="0"/>
                      </a:cubicBezTo>
                      <a:cubicBezTo>
                        <a:pt x="109531" y="8762"/>
                        <a:pt x="168365" y="16452"/>
                        <a:pt x="184996" y="66613"/>
                      </a:cubicBezTo>
                      <a:lnTo>
                        <a:pt x="159066" y="107385"/>
                      </a:lnTo>
                      <a:cubicBezTo>
                        <a:pt x="145118" y="65272"/>
                        <a:pt x="101484" y="53111"/>
                        <a:pt x="23069" y="45064"/>
                      </a:cubicBezTo>
                      <a:lnTo>
                        <a:pt x="23069" y="4506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5"/>
                <p:cNvSpPr/>
                <p:nvPr/>
              </p:nvSpPr>
              <p:spPr>
                <a:xfrm>
                  <a:off x="299581" y="4239681"/>
                  <a:ext cx="730216" cy="531660"/>
                </a:xfrm>
                <a:custGeom>
                  <a:rect b="b" l="l" r="r" t="t"/>
                  <a:pathLst>
                    <a:path extrusionOk="0" h="158350" w="217488">
                      <a:moveTo>
                        <a:pt x="269" y="156742"/>
                      </a:moveTo>
                      <a:lnTo>
                        <a:pt x="0" y="156742"/>
                      </a:lnTo>
                      <a:cubicBezTo>
                        <a:pt x="0" y="156742"/>
                        <a:pt x="0" y="156742"/>
                        <a:pt x="0" y="156742"/>
                      </a:cubicBezTo>
                      <a:lnTo>
                        <a:pt x="269" y="156742"/>
                      </a:lnTo>
                      <a:close/>
                      <a:moveTo>
                        <a:pt x="61159" y="118651"/>
                      </a:moveTo>
                      <a:cubicBezTo>
                        <a:pt x="78416" y="106223"/>
                        <a:pt x="94152" y="93258"/>
                        <a:pt x="108101" y="80114"/>
                      </a:cubicBezTo>
                      <a:cubicBezTo>
                        <a:pt x="170332" y="87983"/>
                        <a:pt x="170511" y="102378"/>
                        <a:pt x="161391" y="117578"/>
                      </a:cubicBezTo>
                      <a:lnTo>
                        <a:pt x="159335" y="120797"/>
                      </a:lnTo>
                      <a:cubicBezTo>
                        <a:pt x="155311" y="126877"/>
                        <a:pt x="150483" y="132958"/>
                        <a:pt x="147979" y="138680"/>
                      </a:cubicBezTo>
                      <a:lnTo>
                        <a:pt x="135461" y="158351"/>
                      </a:lnTo>
                      <a:cubicBezTo>
                        <a:pt x="145565" y="141541"/>
                        <a:pt x="144313" y="125805"/>
                        <a:pt x="61159" y="118651"/>
                      </a:cubicBezTo>
                      <a:lnTo>
                        <a:pt x="61159" y="118651"/>
                      </a:lnTo>
                      <a:close/>
                      <a:moveTo>
                        <a:pt x="144492" y="40772"/>
                      </a:moveTo>
                      <a:cubicBezTo>
                        <a:pt x="155490" y="26824"/>
                        <a:pt x="164252" y="13054"/>
                        <a:pt x="170511" y="0"/>
                      </a:cubicBezTo>
                      <a:cubicBezTo>
                        <a:pt x="222103" y="8047"/>
                        <a:pt x="221745" y="21638"/>
                        <a:pt x="213162" y="35944"/>
                      </a:cubicBezTo>
                      <a:lnTo>
                        <a:pt x="211105" y="39163"/>
                      </a:lnTo>
                      <a:cubicBezTo>
                        <a:pt x="207082" y="45243"/>
                        <a:pt x="202253" y="51323"/>
                        <a:pt x="199750" y="57046"/>
                      </a:cubicBezTo>
                      <a:lnTo>
                        <a:pt x="187231" y="76716"/>
                      </a:lnTo>
                      <a:cubicBezTo>
                        <a:pt x="195815" y="62411"/>
                        <a:pt x="196173" y="48730"/>
                        <a:pt x="144403" y="40683"/>
                      </a:cubicBezTo>
                      <a:lnTo>
                        <a:pt x="144403" y="40683"/>
                      </a:lnTo>
                      <a:close/>
                      <a:moveTo>
                        <a:pt x="185265" y="80025"/>
                      </a:moveTo>
                      <a:lnTo>
                        <a:pt x="173909" y="97908"/>
                      </a:lnTo>
                      <a:cubicBezTo>
                        <a:pt x="176412" y="92096"/>
                        <a:pt x="181330" y="86016"/>
                        <a:pt x="185265" y="80025"/>
                      </a:cubicBezTo>
                      <a:lnTo>
                        <a:pt x="185265" y="80025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5"/>
                <p:cNvSpPr/>
                <p:nvPr/>
              </p:nvSpPr>
              <p:spPr>
                <a:xfrm>
                  <a:off x="299581" y="4096505"/>
                  <a:ext cx="816933" cy="678161"/>
                </a:xfrm>
                <a:custGeom>
                  <a:rect b="b" l="l" r="r" t="t"/>
                  <a:pathLst>
                    <a:path extrusionOk="0" h="201984" w="243316">
                      <a:moveTo>
                        <a:pt x="134746" y="201985"/>
                      </a:moveTo>
                      <a:lnTo>
                        <a:pt x="269" y="199392"/>
                      </a:lnTo>
                      <a:lnTo>
                        <a:pt x="0" y="199392"/>
                      </a:lnTo>
                      <a:cubicBezTo>
                        <a:pt x="21996" y="187678"/>
                        <a:pt x="42382" y="174803"/>
                        <a:pt x="61069" y="161301"/>
                      </a:cubicBezTo>
                      <a:cubicBezTo>
                        <a:pt x="144224" y="168455"/>
                        <a:pt x="145476" y="184191"/>
                        <a:pt x="135372" y="201001"/>
                      </a:cubicBezTo>
                      <a:lnTo>
                        <a:pt x="134656" y="201985"/>
                      </a:lnTo>
                      <a:close/>
                      <a:moveTo>
                        <a:pt x="108011" y="122764"/>
                      </a:moveTo>
                      <a:cubicBezTo>
                        <a:pt x="121960" y="109710"/>
                        <a:pt x="134120" y="96477"/>
                        <a:pt x="144403" y="83422"/>
                      </a:cubicBezTo>
                      <a:cubicBezTo>
                        <a:pt x="196173" y="91470"/>
                        <a:pt x="195815" y="105150"/>
                        <a:pt x="187231" y="119456"/>
                      </a:cubicBezTo>
                      <a:lnTo>
                        <a:pt x="185175" y="122675"/>
                      </a:lnTo>
                      <a:cubicBezTo>
                        <a:pt x="181151" y="128666"/>
                        <a:pt x="176323" y="134746"/>
                        <a:pt x="173819" y="140558"/>
                      </a:cubicBezTo>
                      <a:lnTo>
                        <a:pt x="161301" y="160228"/>
                      </a:lnTo>
                      <a:cubicBezTo>
                        <a:pt x="170422" y="145028"/>
                        <a:pt x="170243" y="130633"/>
                        <a:pt x="108011" y="122764"/>
                      </a:cubicBezTo>
                      <a:lnTo>
                        <a:pt x="108011" y="122764"/>
                      </a:lnTo>
                      <a:close/>
                      <a:moveTo>
                        <a:pt x="170422" y="42740"/>
                      </a:moveTo>
                      <a:cubicBezTo>
                        <a:pt x="177843" y="27271"/>
                        <a:pt x="181867" y="12786"/>
                        <a:pt x="181777" y="0"/>
                      </a:cubicBezTo>
                      <a:cubicBezTo>
                        <a:pt x="247943" y="7689"/>
                        <a:pt x="248301" y="22443"/>
                        <a:pt x="239002" y="38001"/>
                      </a:cubicBezTo>
                      <a:lnTo>
                        <a:pt x="236945" y="41219"/>
                      </a:lnTo>
                      <a:cubicBezTo>
                        <a:pt x="232922" y="47210"/>
                        <a:pt x="228093" y="53290"/>
                        <a:pt x="225590" y="59102"/>
                      </a:cubicBezTo>
                      <a:lnTo>
                        <a:pt x="213072" y="78773"/>
                      </a:lnTo>
                      <a:cubicBezTo>
                        <a:pt x="221655" y="64467"/>
                        <a:pt x="222013" y="50876"/>
                        <a:pt x="170422" y="42829"/>
                      </a:cubicBezTo>
                      <a:lnTo>
                        <a:pt x="170422" y="42829"/>
                      </a:lnTo>
                      <a:close/>
                      <a:moveTo>
                        <a:pt x="211016" y="81902"/>
                      </a:moveTo>
                      <a:lnTo>
                        <a:pt x="199660" y="99785"/>
                      </a:lnTo>
                      <a:cubicBezTo>
                        <a:pt x="202163" y="93973"/>
                        <a:pt x="206992" y="87893"/>
                        <a:pt x="211016" y="81902"/>
                      </a:cubicBezTo>
                      <a:lnTo>
                        <a:pt x="211016" y="81902"/>
                      </a:lnTo>
                      <a:close/>
                      <a:moveTo>
                        <a:pt x="159245" y="163448"/>
                      </a:moveTo>
                      <a:lnTo>
                        <a:pt x="147889" y="181330"/>
                      </a:lnTo>
                      <a:cubicBezTo>
                        <a:pt x="150393" y="175518"/>
                        <a:pt x="155221" y="169438"/>
                        <a:pt x="159245" y="163448"/>
                      </a:cubicBezTo>
                      <a:lnTo>
                        <a:pt x="159245" y="163448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6" name="Google Shape;206;p5"/>
            <p:cNvGrpSpPr/>
            <p:nvPr/>
          </p:nvGrpSpPr>
          <p:grpSpPr>
            <a:xfrm>
              <a:off x="5532440" y="3809106"/>
              <a:ext cx="3642088" cy="1281210"/>
              <a:chOff x="5532440" y="3574260"/>
              <a:chExt cx="3642088" cy="1281210"/>
            </a:xfrm>
          </p:grpSpPr>
          <p:sp>
            <p:nvSpPr>
              <p:cNvPr id="207" name="Google Shape;207;p5"/>
              <p:cNvSpPr/>
              <p:nvPr/>
            </p:nvSpPr>
            <p:spPr>
              <a:xfrm>
                <a:off x="6132460" y="3769929"/>
                <a:ext cx="3038376" cy="1085540"/>
              </a:xfrm>
              <a:custGeom>
                <a:rect b="b" l="l" r="r" t="t"/>
                <a:pathLst>
                  <a:path extrusionOk="0" h="323318" w="904952">
                    <a:moveTo>
                      <a:pt x="898961" y="312589"/>
                    </a:moveTo>
                    <a:cubicBezTo>
                      <a:pt x="863822" y="315808"/>
                      <a:pt x="819115" y="318490"/>
                      <a:pt x="762874" y="320725"/>
                    </a:cubicBezTo>
                    <a:lnTo>
                      <a:pt x="898783" y="323319"/>
                    </a:lnTo>
                    <a:lnTo>
                      <a:pt x="898961" y="312499"/>
                    </a:lnTo>
                    <a:close/>
                    <a:moveTo>
                      <a:pt x="90" y="306062"/>
                    </a:moveTo>
                    <a:lnTo>
                      <a:pt x="81724" y="307671"/>
                    </a:lnTo>
                    <a:cubicBezTo>
                      <a:pt x="141899" y="275125"/>
                      <a:pt x="255096" y="278522"/>
                      <a:pt x="432671" y="269581"/>
                    </a:cubicBezTo>
                    <a:cubicBezTo>
                      <a:pt x="673461" y="257421"/>
                      <a:pt x="338966" y="157099"/>
                      <a:pt x="625267" y="147353"/>
                    </a:cubicBezTo>
                    <a:cubicBezTo>
                      <a:pt x="800696" y="141362"/>
                      <a:pt x="877592" y="131885"/>
                      <a:pt x="902717" y="116774"/>
                    </a:cubicBezTo>
                    <a:lnTo>
                      <a:pt x="903342" y="84406"/>
                    </a:lnTo>
                    <a:cubicBezTo>
                      <a:pt x="902359" y="83244"/>
                      <a:pt x="901286" y="82081"/>
                      <a:pt x="900124" y="80829"/>
                    </a:cubicBezTo>
                    <a:cubicBezTo>
                      <a:pt x="891540" y="71709"/>
                      <a:pt x="894401" y="66076"/>
                      <a:pt x="903700" y="62679"/>
                    </a:cubicBezTo>
                    <a:lnTo>
                      <a:pt x="904952" y="0"/>
                    </a:lnTo>
                    <a:cubicBezTo>
                      <a:pt x="874015" y="536"/>
                      <a:pt x="850320" y="5633"/>
                      <a:pt x="866236" y="22532"/>
                    </a:cubicBezTo>
                    <a:cubicBezTo>
                      <a:pt x="901643" y="60264"/>
                      <a:pt x="877681" y="79310"/>
                      <a:pt x="591290" y="89056"/>
                    </a:cubicBezTo>
                    <a:cubicBezTo>
                      <a:pt x="304989" y="98802"/>
                      <a:pt x="639573" y="199034"/>
                      <a:pt x="398694" y="211284"/>
                    </a:cubicBezTo>
                    <a:cubicBezTo>
                      <a:pt x="157904" y="223444"/>
                      <a:pt x="35676" y="212804"/>
                      <a:pt x="3040" y="299982"/>
                    </a:cubicBezTo>
                    <a:cubicBezTo>
                      <a:pt x="2235" y="302038"/>
                      <a:pt x="1162" y="304094"/>
                      <a:pt x="0" y="306062"/>
                    </a:cubicBezTo>
                    <a:lnTo>
                      <a:pt x="0" y="306062"/>
                    </a:lnTo>
                    <a:close/>
                    <a:moveTo>
                      <a:pt x="541308" y="316523"/>
                    </a:moveTo>
                    <a:lnTo>
                      <a:pt x="575464" y="317149"/>
                    </a:lnTo>
                    <a:cubicBezTo>
                      <a:pt x="561068" y="291845"/>
                      <a:pt x="561694" y="268329"/>
                      <a:pt x="693043" y="263858"/>
                    </a:cubicBezTo>
                    <a:cubicBezTo>
                      <a:pt x="789072" y="260550"/>
                      <a:pt x="855596" y="256259"/>
                      <a:pt x="900213" y="250536"/>
                    </a:cubicBezTo>
                    <a:lnTo>
                      <a:pt x="901465" y="186606"/>
                    </a:lnTo>
                    <a:cubicBezTo>
                      <a:pt x="859620" y="195279"/>
                      <a:pt x="784602" y="201359"/>
                      <a:pt x="659244" y="205561"/>
                    </a:cubicBezTo>
                    <a:cubicBezTo>
                      <a:pt x="417113" y="213787"/>
                      <a:pt x="618919" y="286749"/>
                      <a:pt x="541397" y="316434"/>
                    </a:cubicBezTo>
                    <a:lnTo>
                      <a:pt x="541397" y="31643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5532440" y="3574260"/>
                <a:ext cx="3642088" cy="1272533"/>
              </a:xfrm>
              <a:custGeom>
                <a:rect b="b" l="l" r="r" t="t"/>
                <a:pathLst>
                  <a:path extrusionOk="0" h="379012" w="1084762">
                    <a:moveTo>
                      <a:pt x="941611" y="379013"/>
                    </a:moveTo>
                    <a:cubicBezTo>
                      <a:pt x="997852" y="376777"/>
                      <a:pt x="1042559" y="374095"/>
                      <a:pt x="1077698" y="370876"/>
                    </a:cubicBezTo>
                    <a:lnTo>
                      <a:pt x="1078861" y="308823"/>
                    </a:lnTo>
                    <a:cubicBezTo>
                      <a:pt x="1034243" y="314546"/>
                      <a:pt x="967720" y="318927"/>
                      <a:pt x="871690" y="322146"/>
                    </a:cubicBezTo>
                    <a:cubicBezTo>
                      <a:pt x="740432" y="326616"/>
                      <a:pt x="739716" y="350132"/>
                      <a:pt x="754111" y="375436"/>
                    </a:cubicBezTo>
                    <a:lnTo>
                      <a:pt x="941522" y="379013"/>
                    </a:lnTo>
                    <a:close/>
                    <a:moveTo>
                      <a:pt x="90" y="360862"/>
                    </a:moveTo>
                    <a:lnTo>
                      <a:pt x="178737" y="364349"/>
                    </a:lnTo>
                    <a:cubicBezTo>
                      <a:pt x="179989" y="362382"/>
                      <a:pt x="181062" y="360325"/>
                      <a:pt x="181777" y="358269"/>
                    </a:cubicBezTo>
                    <a:cubicBezTo>
                      <a:pt x="214323" y="271180"/>
                      <a:pt x="336552" y="281731"/>
                      <a:pt x="577431" y="269571"/>
                    </a:cubicBezTo>
                    <a:cubicBezTo>
                      <a:pt x="818310" y="257411"/>
                      <a:pt x="483726" y="157089"/>
                      <a:pt x="770027" y="147343"/>
                    </a:cubicBezTo>
                    <a:cubicBezTo>
                      <a:pt x="1056329" y="137597"/>
                      <a:pt x="1080292" y="118552"/>
                      <a:pt x="1044973" y="80819"/>
                    </a:cubicBezTo>
                    <a:cubicBezTo>
                      <a:pt x="1029057" y="63920"/>
                      <a:pt x="1052752" y="58734"/>
                      <a:pt x="1083689" y="58287"/>
                    </a:cubicBezTo>
                    <a:lnTo>
                      <a:pt x="1084762" y="973"/>
                    </a:lnTo>
                    <a:cubicBezTo>
                      <a:pt x="1041307" y="-1620"/>
                      <a:pt x="989447" y="-457"/>
                      <a:pt x="1011085" y="22611"/>
                    </a:cubicBezTo>
                    <a:cubicBezTo>
                      <a:pt x="1046493" y="60344"/>
                      <a:pt x="1022530" y="79389"/>
                      <a:pt x="736139" y="89135"/>
                    </a:cubicBezTo>
                    <a:cubicBezTo>
                      <a:pt x="449838" y="98881"/>
                      <a:pt x="784423" y="199202"/>
                      <a:pt x="543543" y="211363"/>
                    </a:cubicBezTo>
                    <a:cubicBezTo>
                      <a:pt x="302664" y="223523"/>
                      <a:pt x="180525" y="212883"/>
                      <a:pt x="147889" y="300061"/>
                    </a:cubicBezTo>
                    <a:cubicBezTo>
                      <a:pt x="136445" y="330730"/>
                      <a:pt x="74928" y="349506"/>
                      <a:pt x="0" y="361041"/>
                    </a:cubicBezTo>
                    <a:lnTo>
                      <a:pt x="0" y="361041"/>
                    </a:lnTo>
                    <a:close/>
                    <a:moveTo>
                      <a:pt x="260371" y="365869"/>
                    </a:moveTo>
                    <a:lnTo>
                      <a:pt x="719956" y="374721"/>
                    </a:lnTo>
                    <a:cubicBezTo>
                      <a:pt x="797477" y="345036"/>
                      <a:pt x="595671" y="272074"/>
                      <a:pt x="837803" y="263848"/>
                    </a:cubicBezTo>
                    <a:cubicBezTo>
                      <a:pt x="963160" y="259556"/>
                      <a:pt x="1038267" y="253476"/>
                      <a:pt x="1080023" y="244893"/>
                    </a:cubicBezTo>
                    <a:lnTo>
                      <a:pt x="1081364" y="175061"/>
                    </a:lnTo>
                    <a:cubicBezTo>
                      <a:pt x="1056239" y="190172"/>
                      <a:pt x="979254" y="199650"/>
                      <a:pt x="803915" y="205640"/>
                    </a:cubicBezTo>
                    <a:cubicBezTo>
                      <a:pt x="517614" y="215386"/>
                      <a:pt x="852109" y="315619"/>
                      <a:pt x="611319" y="327868"/>
                    </a:cubicBezTo>
                    <a:cubicBezTo>
                      <a:pt x="433744" y="336810"/>
                      <a:pt x="320546" y="333412"/>
                      <a:pt x="260371" y="365958"/>
                    </a:cubicBezTo>
                    <a:lnTo>
                      <a:pt x="260371" y="365958"/>
                    </a:lnTo>
                    <a:close/>
                    <a:moveTo>
                      <a:pt x="1082079" y="142604"/>
                    </a:moveTo>
                    <a:lnTo>
                      <a:pt x="1082527" y="120877"/>
                    </a:lnTo>
                    <a:cubicBezTo>
                      <a:pt x="1073228" y="124274"/>
                      <a:pt x="1070366" y="129907"/>
                      <a:pt x="1078950" y="139027"/>
                    </a:cubicBezTo>
                    <a:cubicBezTo>
                      <a:pt x="1080113" y="140279"/>
                      <a:pt x="1081185" y="141441"/>
                      <a:pt x="1082169" y="142604"/>
                    </a:cubicBezTo>
                    <a:lnTo>
                      <a:pt x="1082169" y="1426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6142964" y="4509527"/>
                <a:ext cx="646943" cy="292999"/>
              </a:xfrm>
              <a:custGeom>
                <a:rect b="b" l="l" r="r" t="t"/>
                <a:pathLst>
                  <a:path extrusionOk="0" h="87267" w="192686">
                    <a:moveTo>
                      <a:pt x="3666" y="85837"/>
                    </a:moveTo>
                    <a:lnTo>
                      <a:pt x="78595" y="87267"/>
                    </a:lnTo>
                    <a:cubicBezTo>
                      <a:pt x="100500" y="75465"/>
                      <a:pt x="129292" y="68312"/>
                      <a:pt x="165683" y="63752"/>
                    </a:cubicBezTo>
                    <a:cubicBezTo>
                      <a:pt x="172747" y="42829"/>
                      <a:pt x="181956" y="21459"/>
                      <a:pt x="192686" y="0"/>
                    </a:cubicBezTo>
                    <a:cubicBezTo>
                      <a:pt x="83155" y="6885"/>
                      <a:pt x="21727" y="21638"/>
                      <a:pt x="0" y="79578"/>
                    </a:cubicBezTo>
                    <a:lnTo>
                      <a:pt x="3666" y="858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5"/>
              <p:cNvSpPr/>
              <p:nvPr/>
            </p:nvSpPr>
            <p:spPr>
              <a:xfrm>
                <a:off x="6029504" y="4302715"/>
                <a:ext cx="876297" cy="504944"/>
              </a:xfrm>
              <a:custGeom>
                <a:rect b="b" l="l" r="r" t="t"/>
                <a:pathLst>
                  <a:path extrusionOk="0" h="150393" w="260997">
                    <a:moveTo>
                      <a:pt x="112393" y="148873"/>
                    </a:moveTo>
                    <a:lnTo>
                      <a:pt x="192060" y="150393"/>
                    </a:lnTo>
                    <a:cubicBezTo>
                      <a:pt x="194116" y="142167"/>
                      <a:pt x="196620" y="133762"/>
                      <a:pt x="199481" y="125357"/>
                    </a:cubicBezTo>
                    <a:cubicBezTo>
                      <a:pt x="163090" y="130007"/>
                      <a:pt x="134298" y="137070"/>
                      <a:pt x="112393" y="148873"/>
                    </a:cubicBezTo>
                    <a:lnTo>
                      <a:pt x="112393" y="148873"/>
                    </a:lnTo>
                    <a:close/>
                    <a:moveTo>
                      <a:pt x="226484" y="61606"/>
                    </a:moveTo>
                    <a:cubicBezTo>
                      <a:pt x="236766" y="41041"/>
                      <a:pt x="248569" y="20386"/>
                      <a:pt x="260997" y="0"/>
                    </a:cubicBezTo>
                    <a:cubicBezTo>
                      <a:pt x="108011" y="6259"/>
                      <a:pt x="25841" y="13859"/>
                      <a:pt x="0" y="82976"/>
                    </a:cubicBezTo>
                    <a:lnTo>
                      <a:pt x="33887" y="141273"/>
                    </a:lnTo>
                    <a:cubicBezTo>
                      <a:pt x="55525" y="83333"/>
                      <a:pt x="116953" y="68580"/>
                      <a:pt x="226573" y="61695"/>
                    </a:cubicBezTo>
                    <a:lnTo>
                      <a:pt x="226573" y="61695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5"/>
              <p:cNvSpPr/>
              <p:nvPr/>
            </p:nvSpPr>
            <p:spPr>
              <a:xfrm>
                <a:off x="7702236" y="4082097"/>
                <a:ext cx="992537" cy="764620"/>
              </a:xfrm>
              <a:custGeom>
                <a:rect b="b" l="l" r="r" t="t"/>
                <a:pathLst>
                  <a:path extrusionOk="0" h="227735" w="295618">
                    <a:moveTo>
                      <a:pt x="295261" y="227736"/>
                    </a:moveTo>
                    <a:lnTo>
                      <a:pt x="295618" y="227736"/>
                    </a:lnTo>
                    <a:cubicBezTo>
                      <a:pt x="295618" y="227736"/>
                      <a:pt x="295618" y="227736"/>
                      <a:pt x="295618" y="227736"/>
                    </a:cubicBezTo>
                    <a:lnTo>
                      <a:pt x="295261" y="227736"/>
                    </a:lnTo>
                    <a:close/>
                    <a:moveTo>
                      <a:pt x="212553" y="171316"/>
                    </a:moveTo>
                    <a:cubicBezTo>
                      <a:pt x="189217" y="153076"/>
                      <a:pt x="168025" y="134120"/>
                      <a:pt x="149338" y="114985"/>
                    </a:cubicBezTo>
                    <a:cubicBezTo>
                      <a:pt x="62339" y="122586"/>
                      <a:pt x="61355" y="142704"/>
                      <a:pt x="73158" y="164431"/>
                    </a:cubicBezTo>
                    <a:lnTo>
                      <a:pt x="75751" y="168991"/>
                    </a:lnTo>
                    <a:cubicBezTo>
                      <a:pt x="81026" y="177664"/>
                      <a:pt x="87464" y="186427"/>
                      <a:pt x="90594" y="194563"/>
                    </a:cubicBezTo>
                    <a:lnTo>
                      <a:pt x="106956" y="222639"/>
                    </a:lnTo>
                    <a:cubicBezTo>
                      <a:pt x="93812" y="198766"/>
                      <a:pt x="96316" y="176770"/>
                      <a:pt x="212464" y="171316"/>
                    </a:cubicBezTo>
                    <a:lnTo>
                      <a:pt x="212464" y="171316"/>
                    </a:lnTo>
                    <a:close/>
                    <a:moveTo>
                      <a:pt x="100787" y="58208"/>
                    </a:moveTo>
                    <a:cubicBezTo>
                      <a:pt x="86212" y="38179"/>
                      <a:pt x="74767" y="18509"/>
                      <a:pt x="66720" y="0"/>
                    </a:cubicBezTo>
                    <a:cubicBezTo>
                      <a:pt x="-5615" y="8494"/>
                      <a:pt x="-5794" y="27450"/>
                      <a:pt x="5383" y="47925"/>
                    </a:cubicBezTo>
                    <a:lnTo>
                      <a:pt x="8065" y="52486"/>
                    </a:lnTo>
                    <a:cubicBezTo>
                      <a:pt x="13340" y="61159"/>
                      <a:pt x="19778" y="69921"/>
                      <a:pt x="22908" y="78058"/>
                    </a:cubicBezTo>
                    <a:lnTo>
                      <a:pt x="39270" y="106223"/>
                    </a:lnTo>
                    <a:cubicBezTo>
                      <a:pt x="28094" y="85837"/>
                      <a:pt x="28273" y="66792"/>
                      <a:pt x="100787" y="58297"/>
                    </a:cubicBezTo>
                    <a:lnTo>
                      <a:pt x="100787" y="58297"/>
                    </a:lnTo>
                    <a:close/>
                    <a:moveTo>
                      <a:pt x="41863" y="110694"/>
                    </a:moveTo>
                    <a:lnTo>
                      <a:pt x="56796" y="136266"/>
                    </a:lnTo>
                    <a:cubicBezTo>
                      <a:pt x="53576" y="128040"/>
                      <a:pt x="47139" y="119277"/>
                      <a:pt x="41863" y="110694"/>
                    </a:cubicBezTo>
                    <a:lnTo>
                      <a:pt x="41863" y="1106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588431" y="3880089"/>
                <a:ext cx="1106360" cy="966658"/>
              </a:xfrm>
              <a:custGeom>
                <a:rect b="b" l="l" r="r" t="t"/>
                <a:pathLst>
                  <a:path extrusionOk="0" h="287910" w="329519">
                    <a:moveTo>
                      <a:pt x="141752" y="284334"/>
                    </a:moveTo>
                    <a:lnTo>
                      <a:pt x="329162" y="287911"/>
                    </a:lnTo>
                    <a:lnTo>
                      <a:pt x="329519" y="287911"/>
                    </a:lnTo>
                    <a:cubicBezTo>
                      <a:pt x="299566" y="270386"/>
                      <a:pt x="271759" y="251341"/>
                      <a:pt x="246455" y="231491"/>
                    </a:cubicBezTo>
                    <a:cubicBezTo>
                      <a:pt x="130307" y="236945"/>
                      <a:pt x="127803" y="258852"/>
                      <a:pt x="140947" y="282814"/>
                    </a:cubicBezTo>
                    <a:lnTo>
                      <a:pt x="141752" y="284245"/>
                    </a:lnTo>
                    <a:close/>
                    <a:moveTo>
                      <a:pt x="183150" y="175250"/>
                    </a:moveTo>
                    <a:cubicBezTo>
                      <a:pt x="164463" y="156295"/>
                      <a:pt x="148190" y="137160"/>
                      <a:pt x="134688" y="118473"/>
                    </a:cubicBezTo>
                    <a:cubicBezTo>
                      <a:pt x="62174" y="126967"/>
                      <a:pt x="61906" y="146012"/>
                      <a:pt x="73172" y="166398"/>
                    </a:cubicBezTo>
                    <a:lnTo>
                      <a:pt x="75764" y="170958"/>
                    </a:lnTo>
                    <a:cubicBezTo>
                      <a:pt x="81040" y="179631"/>
                      <a:pt x="87478" y="188394"/>
                      <a:pt x="90697" y="196531"/>
                    </a:cubicBezTo>
                    <a:lnTo>
                      <a:pt x="107059" y="224696"/>
                    </a:lnTo>
                    <a:cubicBezTo>
                      <a:pt x="95168" y="202968"/>
                      <a:pt x="96240" y="182940"/>
                      <a:pt x="183239" y="175250"/>
                    </a:cubicBezTo>
                    <a:lnTo>
                      <a:pt x="183239" y="175250"/>
                    </a:lnTo>
                    <a:close/>
                    <a:moveTo>
                      <a:pt x="100622" y="60265"/>
                    </a:moveTo>
                    <a:cubicBezTo>
                      <a:pt x="91054" y="38269"/>
                      <a:pt x="86405" y="17793"/>
                      <a:pt x="87031" y="0"/>
                    </a:cubicBezTo>
                    <a:cubicBezTo>
                      <a:pt x="-5512" y="7242"/>
                      <a:pt x="-6764" y="27718"/>
                      <a:pt x="5396" y="49893"/>
                    </a:cubicBezTo>
                    <a:lnTo>
                      <a:pt x="8079" y="54453"/>
                    </a:lnTo>
                    <a:cubicBezTo>
                      <a:pt x="13354" y="63126"/>
                      <a:pt x="19792" y="71888"/>
                      <a:pt x="22921" y="80025"/>
                    </a:cubicBezTo>
                    <a:lnTo>
                      <a:pt x="39284" y="108190"/>
                    </a:lnTo>
                    <a:cubicBezTo>
                      <a:pt x="28108" y="87804"/>
                      <a:pt x="28286" y="68759"/>
                      <a:pt x="100622" y="60265"/>
                    </a:cubicBezTo>
                    <a:lnTo>
                      <a:pt x="100622" y="60265"/>
                    </a:lnTo>
                    <a:close/>
                    <a:moveTo>
                      <a:pt x="41967" y="112661"/>
                    </a:moveTo>
                    <a:lnTo>
                      <a:pt x="56809" y="138233"/>
                    </a:lnTo>
                    <a:cubicBezTo>
                      <a:pt x="53590" y="130007"/>
                      <a:pt x="47152" y="121244"/>
                      <a:pt x="41967" y="112661"/>
                    </a:cubicBezTo>
                    <a:lnTo>
                      <a:pt x="41967" y="112661"/>
                    </a:lnTo>
                    <a:close/>
                    <a:moveTo>
                      <a:pt x="109652" y="229166"/>
                    </a:moveTo>
                    <a:lnTo>
                      <a:pt x="124495" y="254739"/>
                    </a:lnTo>
                    <a:cubicBezTo>
                      <a:pt x="121366" y="246513"/>
                      <a:pt x="114838" y="237750"/>
                      <a:pt x="109652" y="229166"/>
                    </a:cubicBezTo>
                    <a:lnTo>
                      <a:pt x="109652" y="229166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3" name="Google Shape;213;p5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214" name="Google Shape;214;p5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215" name="Google Shape;215;p5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6" name="Google Shape;216;p5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217" name="Google Shape;217;p5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5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5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5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5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5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5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5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5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5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5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5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5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5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5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5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5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5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5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5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5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5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5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5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1" name="Google Shape;241;p5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242" name="Google Shape;242;p5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3" name="Google Shape;243;p5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244" name="Google Shape;244;p5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5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5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5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5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5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5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5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" name="Google Shape;252;p5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5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5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5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5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5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" name="Google Shape;258;p5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" name="Google Shape;259;p5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5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5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5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5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5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5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5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5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68" name="Google Shape;26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9" name="Google Shape;269;p5"/>
          <p:cNvSpPr txBox="1"/>
          <p:nvPr>
            <p:ph idx="1" type="subTitle"/>
          </p:nvPr>
        </p:nvSpPr>
        <p:spPr>
          <a:xfrm>
            <a:off x="3442593" y="3549532"/>
            <a:ext cx="224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0" name="Google Shape;270;p5"/>
          <p:cNvSpPr txBox="1"/>
          <p:nvPr>
            <p:ph idx="2" type="subTitle"/>
          </p:nvPr>
        </p:nvSpPr>
        <p:spPr>
          <a:xfrm>
            <a:off x="715000" y="3549582"/>
            <a:ext cx="224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" name="Google Shape;271;p5"/>
          <p:cNvSpPr txBox="1"/>
          <p:nvPr>
            <p:ph idx="3" type="subTitle"/>
          </p:nvPr>
        </p:nvSpPr>
        <p:spPr>
          <a:xfrm>
            <a:off x="3442595" y="3146058"/>
            <a:ext cx="2246100" cy="50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2" name="Google Shape;272;p5"/>
          <p:cNvSpPr txBox="1"/>
          <p:nvPr>
            <p:ph idx="4" type="subTitle"/>
          </p:nvPr>
        </p:nvSpPr>
        <p:spPr>
          <a:xfrm>
            <a:off x="715000" y="3146102"/>
            <a:ext cx="2246100" cy="50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5"/>
          <p:cNvSpPr txBox="1"/>
          <p:nvPr>
            <p:ph idx="5" type="subTitle"/>
          </p:nvPr>
        </p:nvSpPr>
        <p:spPr>
          <a:xfrm>
            <a:off x="6170193" y="3549582"/>
            <a:ext cx="224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4" name="Google Shape;274;p5"/>
          <p:cNvSpPr txBox="1"/>
          <p:nvPr>
            <p:ph idx="6" type="subTitle"/>
          </p:nvPr>
        </p:nvSpPr>
        <p:spPr>
          <a:xfrm>
            <a:off x="6170198" y="3146102"/>
            <a:ext cx="2246100" cy="50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6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277" name="Google Shape;277;p6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278" name="Google Shape;278;p6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9" name="Google Shape;279;p6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280" name="Google Shape;280;p6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6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6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6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6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6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6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6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6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6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6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6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6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6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6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6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6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6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6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6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6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6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6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6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04" name="Google Shape;304;p6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305" name="Google Shape;305;p6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6" name="Google Shape;306;p6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307" name="Google Shape;307;p6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" name="Google Shape;308;p6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6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6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6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6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6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6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6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6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6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6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6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6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6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6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6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6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6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6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6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6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31" name="Google Shape;331;p6"/>
          <p:cNvGrpSpPr/>
          <p:nvPr/>
        </p:nvGrpSpPr>
        <p:grpSpPr>
          <a:xfrm flipH="1">
            <a:off x="6928722" y="-1283865"/>
            <a:ext cx="3900819" cy="3152219"/>
            <a:chOff x="4319714" y="2671490"/>
            <a:chExt cx="2340304" cy="1891180"/>
          </a:xfrm>
        </p:grpSpPr>
        <p:sp>
          <p:nvSpPr>
            <p:cNvPr id="332" name="Google Shape;332;p6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6"/>
          <p:cNvGrpSpPr/>
          <p:nvPr/>
        </p:nvGrpSpPr>
        <p:grpSpPr>
          <a:xfrm>
            <a:off x="7698749" y="3681756"/>
            <a:ext cx="1461926" cy="1461744"/>
            <a:chOff x="7698749" y="3681756"/>
            <a:chExt cx="1461926" cy="1461744"/>
          </a:xfrm>
        </p:grpSpPr>
        <p:sp>
          <p:nvSpPr>
            <p:cNvPr id="353" name="Google Shape;353;p6"/>
            <p:cNvSpPr/>
            <p:nvPr/>
          </p:nvSpPr>
          <p:spPr>
            <a:xfrm rot="10800000">
              <a:off x="7698749" y="3681756"/>
              <a:ext cx="1461926" cy="1461744"/>
            </a:xfrm>
            <a:custGeom>
              <a:rect b="b" l="l" r="r" t="t"/>
              <a:pathLst>
                <a:path extrusionOk="0" h="715664" w="715753">
                  <a:moveTo>
                    <a:pt x="0" y="0"/>
                  </a:moveTo>
                  <a:lnTo>
                    <a:pt x="0" y="715664"/>
                  </a:lnTo>
                  <a:lnTo>
                    <a:pt x="715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4" name="Google Shape;354;p6"/>
            <p:cNvGrpSpPr/>
            <p:nvPr/>
          </p:nvGrpSpPr>
          <p:grpSpPr>
            <a:xfrm>
              <a:off x="8286477" y="4283405"/>
              <a:ext cx="742413" cy="687641"/>
              <a:chOff x="7817623" y="6303996"/>
              <a:chExt cx="321530" cy="297835"/>
            </a:xfrm>
          </p:grpSpPr>
          <p:sp>
            <p:nvSpPr>
              <p:cNvPr id="355" name="Google Shape;355;p6"/>
              <p:cNvSpPr/>
              <p:nvPr/>
            </p:nvSpPr>
            <p:spPr>
              <a:xfrm>
                <a:off x="8073882" y="6303996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6"/>
              <p:cNvSpPr/>
              <p:nvPr/>
            </p:nvSpPr>
            <p:spPr>
              <a:xfrm>
                <a:off x="7817623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24946" y="23694"/>
                    </a:lnTo>
                    <a:lnTo>
                      <a:pt x="0" y="23694"/>
                    </a:lnTo>
                    <a:lnTo>
                      <a:pt x="20207" y="38358"/>
                    </a:lnTo>
                    <a:lnTo>
                      <a:pt x="12518" y="62053"/>
                    </a:lnTo>
                    <a:lnTo>
                      <a:pt x="32636" y="47389"/>
                    </a:lnTo>
                    <a:lnTo>
                      <a:pt x="52843" y="62053"/>
                    </a:lnTo>
                    <a:lnTo>
                      <a:pt x="45154" y="38358"/>
                    </a:lnTo>
                    <a:lnTo>
                      <a:pt x="65272" y="23694"/>
                    </a:lnTo>
                    <a:lnTo>
                      <a:pt x="40325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8073882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7945753" y="6433913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5"/>
                    </a:lnTo>
                    <a:lnTo>
                      <a:pt x="65272" y="23695"/>
                    </a:lnTo>
                    <a:lnTo>
                      <a:pt x="45154" y="38359"/>
                    </a:lnTo>
                    <a:lnTo>
                      <a:pt x="52843" y="62053"/>
                    </a:lnTo>
                    <a:lnTo>
                      <a:pt x="32636" y="47478"/>
                    </a:lnTo>
                    <a:lnTo>
                      <a:pt x="12518" y="62053"/>
                    </a:lnTo>
                    <a:lnTo>
                      <a:pt x="20207" y="38359"/>
                    </a:lnTo>
                    <a:lnTo>
                      <a:pt x="0" y="23695"/>
                    </a:lnTo>
                    <a:lnTo>
                      <a:pt x="24946" y="23695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9" name="Google Shape;35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7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362" name="Google Shape;362;p7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363" name="Google Shape;363;p7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4" name="Google Shape;364;p7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365" name="Google Shape;365;p7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7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7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7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7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7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7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7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7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7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7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7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" name="Google Shape;377;p7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" name="Google Shape;378;p7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7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7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7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7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7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7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7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" name="Google Shape;386;p7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" name="Google Shape;387;p7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" name="Google Shape;388;p7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9" name="Google Shape;389;p7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" name="Google Shape;391;p7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392" name="Google Shape;392;p7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7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7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7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7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7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7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7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7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7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7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7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7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7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7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" name="Google Shape;408;p7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" name="Google Shape;409;p7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" name="Google Shape;410;p7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7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7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" name="Google Shape;413;p7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" name="Google Shape;414;p7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7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6" name="Google Shape;41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7" name="Google Shape;417;p7"/>
          <p:cNvSpPr txBox="1"/>
          <p:nvPr>
            <p:ph idx="1" type="subTitle"/>
          </p:nvPr>
        </p:nvSpPr>
        <p:spPr>
          <a:xfrm>
            <a:off x="720000" y="1740625"/>
            <a:ext cx="42948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8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420" name="Google Shape;420;p8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421" name="Google Shape;421;p8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2" name="Google Shape;422;p8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423" name="Google Shape;423;p8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8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8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8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8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8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8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8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8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8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8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8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8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8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8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8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8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8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8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8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" name="Google Shape;443;p8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8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8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8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47" name="Google Shape;447;p8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448" name="Google Shape;448;p8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9" name="Google Shape;449;p8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450" name="Google Shape;450;p8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8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8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8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8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8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8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8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8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8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8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8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8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8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8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8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8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8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8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8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8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8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8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8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74" name="Google Shape;474;p8"/>
          <p:cNvSpPr txBox="1"/>
          <p:nvPr>
            <p:ph type="title"/>
          </p:nvPr>
        </p:nvSpPr>
        <p:spPr>
          <a:xfrm>
            <a:off x="713225" y="1398975"/>
            <a:ext cx="4607700" cy="190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9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477" name="Google Shape;477;p9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478" name="Google Shape;478;p9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9" name="Google Shape;479;p9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480" name="Google Shape;480;p9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9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" name="Google Shape;482;p9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" name="Google Shape;483;p9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9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9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9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9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9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9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9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9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9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9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9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9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9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9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9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9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9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9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9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9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505" name="Google Shape;505;p9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6" name="Google Shape;506;p9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507" name="Google Shape;507;p9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9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9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9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9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9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9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9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9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9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9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9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9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9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9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9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9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9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9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9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9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9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9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9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31" name="Google Shape;531;p9"/>
          <p:cNvSpPr txBox="1"/>
          <p:nvPr>
            <p:ph type="title"/>
          </p:nvPr>
        </p:nvSpPr>
        <p:spPr>
          <a:xfrm>
            <a:off x="713225" y="1118325"/>
            <a:ext cx="3321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2" name="Google Shape;532;p9"/>
          <p:cNvSpPr txBox="1"/>
          <p:nvPr>
            <p:ph idx="1" type="subTitle"/>
          </p:nvPr>
        </p:nvSpPr>
        <p:spPr>
          <a:xfrm>
            <a:off x="713225" y="2378325"/>
            <a:ext cx="3321600" cy="9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10"/>
          <p:cNvSpPr txBox="1"/>
          <p:nvPr>
            <p:ph type="title"/>
          </p:nvPr>
        </p:nvSpPr>
        <p:spPr>
          <a:xfrm>
            <a:off x="713225" y="653000"/>
            <a:ext cx="2976900" cy="922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11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538" name="Google Shape;538;p11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539" name="Google Shape;539;p11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0" name="Google Shape;540;p11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541" name="Google Shape;541;p11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1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1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1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1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1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1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1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1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1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11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11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11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11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5" name="Google Shape;555;p11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11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11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11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1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1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1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11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11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11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5" name="Google Shape;565;p11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566" name="Google Shape;566;p11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7" name="Google Shape;567;p11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568" name="Google Shape;568;p11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11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11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11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11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11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11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1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11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11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11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11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11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11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11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11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11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11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11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11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11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11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11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11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92" name="Google Shape;592;p11"/>
          <p:cNvGrpSpPr/>
          <p:nvPr/>
        </p:nvGrpSpPr>
        <p:grpSpPr>
          <a:xfrm>
            <a:off x="0" y="1"/>
            <a:ext cx="1408244" cy="1408069"/>
            <a:chOff x="0" y="1"/>
            <a:chExt cx="1408244" cy="1408069"/>
          </a:xfrm>
        </p:grpSpPr>
        <p:sp>
          <p:nvSpPr>
            <p:cNvPr id="593" name="Google Shape;593;p11"/>
            <p:cNvSpPr/>
            <p:nvPr/>
          </p:nvSpPr>
          <p:spPr>
            <a:xfrm>
              <a:off x="0" y="1"/>
              <a:ext cx="1408244" cy="1408069"/>
            </a:xfrm>
            <a:custGeom>
              <a:rect b="b" l="l" r="r" t="t"/>
              <a:pathLst>
                <a:path extrusionOk="0" h="715664" w="715753">
                  <a:moveTo>
                    <a:pt x="0" y="0"/>
                  </a:moveTo>
                  <a:lnTo>
                    <a:pt x="0" y="715664"/>
                  </a:lnTo>
                  <a:lnTo>
                    <a:pt x="715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4" name="Google Shape;594;p11"/>
            <p:cNvGrpSpPr/>
            <p:nvPr/>
          </p:nvGrpSpPr>
          <p:grpSpPr>
            <a:xfrm flipH="1" rot="5400000">
              <a:off x="127470" y="161825"/>
              <a:ext cx="736529" cy="682221"/>
              <a:chOff x="7817623" y="6303996"/>
              <a:chExt cx="321530" cy="297835"/>
            </a:xfrm>
          </p:grpSpPr>
          <p:sp>
            <p:nvSpPr>
              <p:cNvPr id="595" name="Google Shape;595;p11"/>
              <p:cNvSpPr/>
              <p:nvPr/>
            </p:nvSpPr>
            <p:spPr>
              <a:xfrm>
                <a:off x="8073882" y="6303996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11"/>
              <p:cNvSpPr/>
              <p:nvPr/>
            </p:nvSpPr>
            <p:spPr>
              <a:xfrm>
                <a:off x="7817623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24946" y="23694"/>
                    </a:lnTo>
                    <a:lnTo>
                      <a:pt x="0" y="23694"/>
                    </a:lnTo>
                    <a:lnTo>
                      <a:pt x="20207" y="38358"/>
                    </a:lnTo>
                    <a:lnTo>
                      <a:pt x="12518" y="62053"/>
                    </a:lnTo>
                    <a:lnTo>
                      <a:pt x="32636" y="47389"/>
                    </a:lnTo>
                    <a:lnTo>
                      <a:pt x="52843" y="62053"/>
                    </a:lnTo>
                    <a:lnTo>
                      <a:pt x="45154" y="38358"/>
                    </a:lnTo>
                    <a:lnTo>
                      <a:pt x="65272" y="23694"/>
                    </a:lnTo>
                    <a:lnTo>
                      <a:pt x="40325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11"/>
              <p:cNvSpPr/>
              <p:nvPr/>
            </p:nvSpPr>
            <p:spPr>
              <a:xfrm>
                <a:off x="8073882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11"/>
              <p:cNvSpPr/>
              <p:nvPr/>
            </p:nvSpPr>
            <p:spPr>
              <a:xfrm>
                <a:off x="7945753" y="6433913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5"/>
                    </a:lnTo>
                    <a:lnTo>
                      <a:pt x="65272" y="23695"/>
                    </a:lnTo>
                    <a:lnTo>
                      <a:pt x="45154" y="38359"/>
                    </a:lnTo>
                    <a:lnTo>
                      <a:pt x="52843" y="62053"/>
                    </a:lnTo>
                    <a:lnTo>
                      <a:pt x="32636" y="47478"/>
                    </a:lnTo>
                    <a:lnTo>
                      <a:pt x="12518" y="62053"/>
                    </a:lnTo>
                    <a:lnTo>
                      <a:pt x="20207" y="38359"/>
                    </a:lnTo>
                    <a:lnTo>
                      <a:pt x="0" y="23695"/>
                    </a:lnTo>
                    <a:lnTo>
                      <a:pt x="24946" y="23695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9" name="Google Shape;599;p11"/>
          <p:cNvSpPr txBox="1"/>
          <p:nvPr>
            <p:ph hasCustomPrompt="1" type="title"/>
          </p:nvPr>
        </p:nvSpPr>
        <p:spPr>
          <a:xfrm>
            <a:off x="713225" y="1790500"/>
            <a:ext cx="50874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00" name="Google Shape;600;p11"/>
          <p:cNvSpPr txBox="1"/>
          <p:nvPr>
            <p:ph idx="1" type="subTitle"/>
          </p:nvPr>
        </p:nvSpPr>
        <p:spPr>
          <a:xfrm>
            <a:off x="713225" y="2860575"/>
            <a:ext cx="50874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13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604" name="Google Shape;604;p13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605" name="Google Shape;605;p13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6" name="Google Shape;606;p13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607" name="Google Shape;607;p13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13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13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13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13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13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13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13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13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13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13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13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13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13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13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13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3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3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13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13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13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13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3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3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1" name="Google Shape;631;p13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632" name="Google Shape;632;p13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3" name="Google Shape;633;p13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634" name="Google Shape;634;p13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3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3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3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3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3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3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3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3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3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3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3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3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3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3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3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3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3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3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3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58" name="Google Shape;658;p13"/>
          <p:cNvGrpSpPr/>
          <p:nvPr/>
        </p:nvGrpSpPr>
        <p:grpSpPr>
          <a:xfrm flipH="1">
            <a:off x="6928722" y="-1283865"/>
            <a:ext cx="3900819" cy="3152219"/>
            <a:chOff x="4319714" y="2671490"/>
            <a:chExt cx="2340304" cy="1891180"/>
          </a:xfrm>
        </p:grpSpPr>
        <p:sp>
          <p:nvSpPr>
            <p:cNvPr id="659" name="Google Shape;659;p13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9" name="Google Shape;67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0" name="Google Shape;680;p13"/>
          <p:cNvSpPr txBox="1"/>
          <p:nvPr>
            <p:ph idx="1" type="subTitle"/>
          </p:nvPr>
        </p:nvSpPr>
        <p:spPr>
          <a:xfrm>
            <a:off x="720000" y="220476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13"/>
          <p:cNvSpPr txBox="1"/>
          <p:nvPr>
            <p:ph idx="2" type="subTitle"/>
          </p:nvPr>
        </p:nvSpPr>
        <p:spPr>
          <a:xfrm>
            <a:off x="3419271" y="220476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13"/>
          <p:cNvSpPr txBox="1"/>
          <p:nvPr>
            <p:ph idx="3" type="subTitle"/>
          </p:nvPr>
        </p:nvSpPr>
        <p:spPr>
          <a:xfrm>
            <a:off x="720000" y="39379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13"/>
          <p:cNvSpPr txBox="1"/>
          <p:nvPr>
            <p:ph idx="4" type="subTitle"/>
          </p:nvPr>
        </p:nvSpPr>
        <p:spPr>
          <a:xfrm>
            <a:off x="3419271" y="39379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13"/>
          <p:cNvSpPr txBox="1"/>
          <p:nvPr>
            <p:ph idx="5" type="subTitle"/>
          </p:nvPr>
        </p:nvSpPr>
        <p:spPr>
          <a:xfrm>
            <a:off x="6118549" y="220476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13"/>
          <p:cNvSpPr txBox="1"/>
          <p:nvPr>
            <p:ph idx="6" type="subTitle"/>
          </p:nvPr>
        </p:nvSpPr>
        <p:spPr>
          <a:xfrm>
            <a:off x="6118549" y="39379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13"/>
          <p:cNvSpPr txBox="1"/>
          <p:nvPr>
            <p:ph hasCustomPrompt="1" idx="7" type="title"/>
          </p:nvPr>
        </p:nvSpPr>
        <p:spPr>
          <a:xfrm>
            <a:off x="720000" y="1278701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7" name="Google Shape;687;p13"/>
          <p:cNvSpPr txBox="1"/>
          <p:nvPr>
            <p:ph hasCustomPrompt="1" idx="8" type="title"/>
          </p:nvPr>
        </p:nvSpPr>
        <p:spPr>
          <a:xfrm>
            <a:off x="720000" y="3011302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8" name="Google Shape;688;p13"/>
          <p:cNvSpPr txBox="1"/>
          <p:nvPr>
            <p:ph hasCustomPrompt="1" idx="9" type="title"/>
          </p:nvPr>
        </p:nvSpPr>
        <p:spPr>
          <a:xfrm>
            <a:off x="3419271" y="1278701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9" name="Google Shape;689;p13"/>
          <p:cNvSpPr txBox="1"/>
          <p:nvPr>
            <p:ph hasCustomPrompt="1" idx="13" type="title"/>
          </p:nvPr>
        </p:nvSpPr>
        <p:spPr>
          <a:xfrm>
            <a:off x="3419271" y="3011302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0" name="Google Shape;690;p13"/>
          <p:cNvSpPr txBox="1"/>
          <p:nvPr>
            <p:ph hasCustomPrompt="1" idx="14" type="title"/>
          </p:nvPr>
        </p:nvSpPr>
        <p:spPr>
          <a:xfrm>
            <a:off x="6118550" y="1278701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" name="Google Shape;691;p13"/>
          <p:cNvSpPr txBox="1"/>
          <p:nvPr>
            <p:ph hasCustomPrompt="1" idx="15" type="title"/>
          </p:nvPr>
        </p:nvSpPr>
        <p:spPr>
          <a:xfrm>
            <a:off x="6118550" y="3011302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2" name="Google Shape;692;p13"/>
          <p:cNvSpPr txBox="1"/>
          <p:nvPr>
            <p:ph idx="16" type="subTitle"/>
          </p:nvPr>
        </p:nvSpPr>
        <p:spPr>
          <a:xfrm>
            <a:off x="720000" y="18683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3" name="Google Shape;693;p13"/>
          <p:cNvSpPr txBox="1"/>
          <p:nvPr>
            <p:ph idx="17" type="subTitle"/>
          </p:nvPr>
        </p:nvSpPr>
        <p:spPr>
          <a:xfrm>
            <a:off x="3419271" y="18683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4" name="Google Shape;694;p13"/>
          <p:cNvSpPr txBox="1"/>
          <p:nvPr>
            <p:ph idx="18" type="subTitle"/>
          </p:nvPr>
        </p:nvSpPr>
        <p:spPr>
          <a:xfrm>
            <a:off x="6118549" y="18683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5" name="Google Shape;695;p13"/>
          <p:cNvSpPr txBox="1"/>
          <p:nvPr>
            <p:ph idx="19" type="subTitle"/>
          </p:nvPr>
        </p:nvSpPr>
        <p:spPr>
          <a:xfrm>
            <a:off x="720000" y="360100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6" name="Google Shape;696;p13"/>
          <p:cNvSpPr txBox="1"/>
          <p:nvPr>
            <p:ph idx="20" type="subTitle"/>
          </p:nvPr>
        </p:nvSpPr>
        <p:spPr>
          <a:xfrm>
            <a:off x="3419271" y="360100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7" name="Google Shape;697;p13"/>
          <p:cNvSpPr txBox="1"/>
          <p:nvPr>
            <p:ph idx="21" type="subTitle"/>
          </p:nvPr>
        </p:nvSpPr>
        <p:spPr>
          <a:xfrm>
            <a:off x="6118549" y="360100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14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700" name="Google Shape;700;p14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701" name="Google Shape;701;p14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02" name="Google Shape;702;p14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703" name="Google Shape;703;p14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14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5" name="Google Shape;705;p14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6" name="Google Shape;706;p14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" name="Google Shape;707;p14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" name="Google Shape;708;p14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14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14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14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" name="Google Shape;712;p14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3" name="Google Shape;713;p14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14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715;p14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" name="Google Shape;716;p14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7" name="Google Shape;717;p14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" name="Google Shape;718;p14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" name="Google Shape;719;p14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" name="Google Shape;720;p14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" name="Google Shape;721;p14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" name="Google Shape;722;p14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3" name="Google Shape;723;p14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4" name="Google Shape;724;p14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5" name="Google Shape;725;p14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6" name="Google Shape;726;p14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7" name="Google Shape;727;p14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728" name="Google Shape;728;p14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9" name="Google Shape;729;p14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730" name="Google Shape;730;p14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14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2" name="Google Shape;732;p14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3" name="Google Shape;733;p14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4" name="Google Shape;734;p14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5" name="Google Shape;735;p14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" name="Google Shape;736;p14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" name="Google Shape;737;p14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8" name="Google Shape;738;p14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9" name="Google Shape;739;p14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0" name="Google Shape;740;p14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1" name="Google Shape;741;p14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2" name="Google Shape;742;p14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" name="Google Shape;743;p14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" name="Google Shape;744;p14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" name="Google Shape;745;p14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6" name="Google Shape;746;p14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7" name="Google Shape;747;p14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8" name="Google Shape;748;p14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9" name="Google Shape;749;p14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" name="Google Shape;750;p14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" name="Google Shape;751;p14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" name="Google Shape;752;p14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3" name="Google Shape;753;p14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54" name="Google Shape;754;p14"/>
          <p:cNvSpPr txBox="1"/>
          <p:nvPr>
            <p:ph type="title"/>
          </p:nvPr>
        </p:nvSpPr>
        <p:spPr>
          <a:xfrm>
            <a:off x="713225" y="3491525"/>
            <a:ext cx="5378400" cy="5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5" name="Google Shape;755;p14"/>
          <p:cNvSpPr txBox="1"/>
          <p:nvPr>
            <p:ph idx="1" type="subTitle"/>
          </p:nvPr>
        </p:nvSpPr>
        <p:spPr>
          <a:xfrm>
            <a:off x="713225" y="1109150"/>
            <a:ext cx="5608500" cy="22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" name="Google Shape;757;p15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758" name="Google Shape;758;p15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759" name="Google Shape;759;p15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0" name="Google Shape;760;p15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761" name="Google Shape;761;p15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15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15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" name="Google Shape;764;p15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15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15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15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15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15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15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15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15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3" name="Google Shape;773;p15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774;p15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15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6" name="Google Shape;776;p15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15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15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15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15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15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15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" name="Google Shape;783;p15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15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85" name="Google Shape;785;p15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786" name="Google Shape;786;p15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7" name="Google Shape;787;p15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788" name="Google Shape;788;p15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15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15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15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15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5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5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5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5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15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15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15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15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15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15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15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15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15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15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15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15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15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15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15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812" name="Google Shape;812;p15"/>
          <p:cNvSpPr txBox="1"/>
          <p:nvPr>
            <p:ph type="title"/>
          </p:nvPr>
        </p:nvSpPr>
        <p:spPr>
          <a:xfrm>
            <a:off x="720000" y="960088"/>
            <a:ext cx="35196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3" name="Google Shape;813;p15"/>
          <p:cNvSpPr txBox="1"/>
          <p:nvPr>
            <p:ph idx="1" type="subTitle"/>
          </p:nvPr>
        </p:nvSpPr>
        <p:spPr>
          <a:xfrm>
            <a:off x="720000" y="3256138"/>
            <a:ext cx="3519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15"/>
          <p:cNvSpPr/>
          <p:nvPr>
            <p:ph idx="2" type="pic"/>
          </p:nvPr>
        </p:nvSpPr>
        <p:spPr>
          <a:xfrm>
            <a:off x="5273100" y="533875"/>
            <a:ext cx="30585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6" name="Google Shape;816;p16"/>
          <p:cNvGrpSpPr/>
          <p:nvPr/>
        </p:nvGrpSpPr>
        <p:grpSpPr>
          <a:xfrm>
            <a:off x="-17948" y="3809106"/>
            <a:ext cx="9192476" cy="1281210"/>
            <a:chOff x="-17948" y="3809106"/>
            <a:chExt cx="9192476" cy="1281210"/>
          </a:xfrm>
        </p:grpSpPr>
        <p:grpSp>
          <p:nvGrpSpPr>
            <p:cNvPr id="817" name="Google Shape;817;p16"/>
            <p:cNvGrpSpPr/>
            <p:nvPr/>
          </p:nvGrpSpPr>
          <p:grpSpPr>
            <a:xfrm>
              <a:off x="-17948" y="4032389"/>
              <a:ext cx="2596774" cy="966067"/>
              <a:chOff x="-49178" y="3956189"/>
              <a:chExt cx="2596774" cy="966067"/>
            </a:xfrm>
          </p:grpSpPr>
          <p:sp>
            <p:nvSpPr>
              <p:cNvPr id="818" name="Google Shape;818;p16"/>
              <p:cNvSpPr/>
              <p:nvPr/>
            </p:nvSpPr>
            <p:spPr>
              <a:xfrm>
                <a:off x="-49168" y="4082106"/>
                <a:ext cx="2166581" cy="819559"/>
              </a:xfrm>
              <a:custGeom>
                <a:rect b="b" l="l" r="r" t="t"/>
                <a:pathLst>
                  <a:path extrusionOk="0" h="244098" w="645296">
                    <a:moveTo>
                      <a:pt x="179" y="223891"/>
                    </a:moveTo>
                    <a:cubicBezTo>
                      <a:pt x="25304" y="227199"/>
                      <a:pt x="57314" y="230329"/>
                      <a:pt x="97640" y="233548"/>
                    </a:cubicBezTo>
                    <a:lnTo>
                      <a:pt x="0" y="231670"/>
                    </a:lnTo>
                    <a:lnTo>
                      <a:pt x="179" y="223980"/>
                    </a:lnTo>
                    <a:close/>
                    <a:moveTo>
                      <a:pt x="645207" y="244098"/>
                    </a:moveTo>
                    <a:lnTo>
                      <a:pt x="586641" y="242936"/>
                    </a:lnTo>
                    <a:cubicBezTo>
                      <a:pt x="544348" y="217990"/>
                      <a:pt x="463161" y="217274"/>
                      <a:pt x="335926" y="205919"/>
                    </a:cubicBezTo>
                    <a:cubicBezTo>
                      <a:pt x="163537" y="190629"/>
                      <a:pt x="406294" y="128040"/>
                      <a:pt x="201091" y="113197"/>
                    </a:cubicBezTo>
                    <a:cubicBezTo>
                      <a:pt x="75465" y="104077"/>
                      <a:pt x="20565" y="95136"/>
                      <a:pt x="2861" y="83691"/>
                    </a:cubicBezTo>
                    <a:lnTo>
                      <a:pt x="3308" y="60533"/>
                    </a:lnTo>
                    <a:cubicBezTo>
                      <a:pt x="4113" y="59728"/>
                      <a:pt x="4918" y="58834"/>
                      <a:pt x="5723" y="58029"/>
                    </a:cubicBezTo>
                    <a:cubicBezTo>
                      <a:pt x="12161" y="51770"/>
                      <a:pt x="10193" y="47657"/>
                      <a:pt x="3577" y="44885"/>
                    </a:cubicBezTo>
                    <a:lnTo>
                      <a:pt x="4471" y="0"/>
                    </a:lnTo>
                    <a:cubicBezTo>
                      <a:pt x="26646" y="1252"/>
                      <a:pt x="43455" y="5544"/>
                      <a:pt x="31653" y="17257"/>
                    </a:cubicBezTo>
                    <a:cubicBezTo>
                      <a:pt x="5276" y="43276"/>
                      <a:pt x="21906" y="57582"/>
                      <a:pt x="227110" y="72425"/>
                    </a:cubicBezTo>
                    <a:cubicBezTo>
                      <a:pt x="432224" y="87357"/>
                      <a:pt x="189467" y="149857"/>
                      <a:pt x="361856" y="165236"/>
                    </a:cubicBezTo>
                    <a:cubicBezTo>
                      <a:pt x="534244" y="180525"/>
                      <a:pt x="622317" y="176412"/>
                      <a:pt x="643239" y="239628"/>
                    </a:cubicBezTo>
                    <a:cubicBezTo>
                      <a:pt x="643776" y="241148"/>
                      <a:pt x="644402" y="242668"/>
                      <a:pt x="645296" y="244098"/>
                    </a:cubicBezTo>
                    <a:lnTo>
                      <a:pt x="645296" y="244098"/>
                    </a:lnTo>
                    <a:close/>
                    <a:moveTo>
                      <a:pt x="256616" y="236588"/>
                    </a:moveTo>
                    <a:lnTo>
                      <a:pt x="232117" y="236141"/>
                    </a:lnTo>
                    <a:cubicBezTo>
                      <a:pt x="243115" y="218437"/>
                      <a:pt x="243294" y="201538"/>
                      <a:pt x="149231" y="194742"/>
                    </a:cubicBezTo>
                    <a:cubicBezTo>
                      <a:pt x="80383" y="189735"/>
                      <a:pt x="32815" y="184817"/>
                      <a:pt x="984" y="179453"/>
                    </a:cubicBezTo>
                    <a:lnTo>
                      <a:pt x="1878" y="133673"/>
                    </a:lnTo>
                    <a:cubicBezTo>
                      <a:pt x="31653" y="141005"/>
                      <a:pt x="85301" y="147442"/>
                      <a:pt x="175161" y="153970"/>
                    </a:cubicBezTo>
                    <a:cubicBezTo>
                      <a:pt x="348623" y="166577"/>
                      <a:pt x="201806" y="213251"/>
                      <a:pt x="256616" y="236588"/>
                    </a:cubicBezTo>
                    <a:lnTo>
                      <a:pt x="256616" y="23658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19" name="Google Shape;819;p16"/>
              <p:cNvGrpSpPr/>
              <p:nvPr/>
            </p:nvGrpSpPr>
            <p:grpSpPr>
              <a:xfrm>
                <a:off x="-49178" y="3956189"/>
                <a:ext cx="2596774" cy="966067"/>
                <a:chOff x="-26692" y="3843763"/>
                <a:chExt cx="2596774" cy="966067"/>
              </a:xfrm>
            </p:grpSpPr>
            <p:sp>
              <p:nvSpPr>
                <p:cNvPr id="820" name="Google Shape;820;p16"/>
                <p:cNvSpPr/>
                <p:nvPr/>
              </p:nvSpPr>
              <p:spPr>
                <a:xfrm>
                  <a:off x="-26692" y="3843763"/>
                  <a:ext cx="2596774" cy="966067"/>
                </a:xfrm>
                <a:custGeom>
                  <a:rect b="b" l="l" r="r" t="t"/>
                  <a:pathLst>
                    <a:path extrusionOk="0" h="287734" w="773425">
                      <a:moveTo>
                        <a:pt x="97461" y="274680"/>
                      </a:moveTo>
                      <a:cubicBezTo>
                        <a:pt x="57135" y="271550"/>
                        <a:pt x="25125" y="268332"/>
                        <a:pt x="0" y="265023"/>
                      </a:cubicBezTo>
                      <a:lnTo>
                        <a:pt x="894" y="220585"/>
                      </a:lnTo>
                      <a:cubicBezTo>
                        <a:pt x="32815" y="225950"/>
                        <a:pt x="80382" y="230867"/>
                        <a:pt x="149141" y="235875"/>
                      </a:cubicBezTo>
                      <a:cubicBezTo>
                        <a:pt x="243204" y="242670"/>
                        <a:pt x="243025" y="259569"/>
                        <a:pt x="232028" y="277273"/>
                      </a:cubicBezTo>
                      <a:lnTo>
                        <a:pt x="97461" y="274680"/>
                      </a:lnTo>
                      <a:close/>
                      <a:moveTo>
                        <a:pt x="773425" y="287734"/>
                      </a:moveTo>
                      <a:lnTo>
                        <a:pt x="645117" y="285231"/>
                      </a:lnTo>
                      <a:cubicBezTo>
                        <a:pt x="644312" y="283800"/>
                        <a:pt x="643597" y="282280"/>
                        <a:pt x="643060" y="280760"/>
                      </a:cubicBezTo>
                      <a:cubicBezTo>
                        <a:pt x="622138" y="217545"/>
                        <a:pt x="534065" y="221747"/>
                        <a:pt x="361677" y="206368"/>
                      </a:cubicBezTo>
                      <a:cubicBezTo>
                        <a:pt x="189288" y="190989"/>
                        <a:pt x="432045" y="128489"/>
                        <a:pt x="226931" y="113557"/>
                      </a:cubicBezTo>
                      <a:cubicBezTo>
                        <a:pt x="21817" y="98625"/>
                        <a:pt x="5097" y="84408"/>
                        <a:pt x="31474" y="58389"/>
                      </a:cubicBezTo>
                      <a:cubicBezTo>
                        <a:pt x="43365" y="46676"/>
                        <a:pt x="26467" y="42384"/>
                        <a:pt x="4292" y="41132"/>
                      </a:cubicBezTo>
                      <a:lnTo>
                        <a:pt x="5097" y="92"/>
                      </a:lnTo>
                      <a:cubicBezTo>
                        <a:pt x="36391" y="-534"/>
                        <a:pt x="73587" y="1701"/>
                        <a:pt x="57403" y="17617"/>
                      </a:cubicBezTo>
                      <a:cubicBezTo>
                        <a:pt x="30937" y="43636"/>
                        <a:pt x="47657" y="57942"/>
                        <a:pt x="252772" y="72874"/>
                      </a:cubicBezTo>
                      <a:cubicBezTo>
                        <a:pt x="457886" y="87717"/>
                        <a:pt x="215128" y="150306"/>
                        <a:pt x="387517" y="165596"/>
                      </a:cubicBezTo>
                      <a:cubicBezTo>
                        <a:pt x="559996" y="180975"/>
                        <a:pt x="647978" y="176772"/>
                        <a:pt x="668901" y="239987"/>
                      </a:cubicBezTo>
                      <a:cubicBezTo>
                        <a:pt x="676322" y="262251"/>
                        <a:pt x="719956" y="277362"/>
                        <a:pt x="773336" y="287645"/>
                      </a:cubicBezTo>
                      <a:lnTo>
                        <a:pt x="773336" y="287645"/>
                      </a:lnTo>
                      <a:close/>
                      <a:moveTo>
                        <a:pt x="586462" y="284158"/>
                      </a:moveTo>
                      <a:lnTo>
                        <a:pt x="256527" y="277809"/>
                      </a:lnTo>
                      <a:cubicBezTo>
                        <a:pt x="201716" y="254472"/>
                        <a:pt x="348533" y="207799"/>
                        <a:pt x="175071" y="195191"/>
                      </a:cubicBezTo>
                      <a:cubicBezTo>
                        <a:pt x="85211" y="188664"/>
                        <a:pt x="31563" y="182316"/>
                        <a:pt x="1788" y="174895"/>
                      </a:cubicBezTo>
                      <a:lnTo>
                        <a:pt x="2772" y="124913"/>
                      </a:lnTo>
                      <a:cubicBezTo>
                        <a:pt x="20386" y="136357"/>
                        <a:pt x="75375" y="145299"/>
                        <a:pt x="201001" y="154419"/>
                      </a:cubicBezTo>
                      <a:cubicBezTo>
                        <a:pt x="406205" y="169262"/>
                        <a:pt x="163358" y="231851"/>
                        <a:pt x="335836" y="247141"/>
                      </a:cubicBezTo>
                      <a:cubicBezTo>
                        <a:pt x="463071" y="258496"/>
                        <a:pt x="544259" y="259122"/>
                        <a:pt x="586551" y="284158"/>
                      </a:cubicBezTo>
                      <a:lnTo>
                        <a:pt x="586551" y="284158"/>
                      </a:lnTo>
                      <a:close/>
                      <a:moveTo>
                        <a:pt x="3129" y="101665"/>
                      </a:moveTo>
                      <a:lnTo>
                        <a:pt x="3398" y="86018"/>
                      </a:lnTo>
                      <a:cubicBezTo>
                        <a:pt x="10014" y="88700"/>
                        <a:pt x="11892" y="92903"/>
                        <a:pt x="5544" y="99162"/>
                      </a:cubicBezTo>
                      <a:cubicBezTo>
                        <a:pt x="4739" y="99966"/>
                        <a:pt x="3934" y="100860"/>
                        <a:pt x="3129" y="101665"/>
                      </a:cubicBezTo>
                      <a:lnTo>
                        <a:pt x="3129" y="10166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16"/>
                <p:cNvSpPr/>
                <p:nvPr/>
              </p:nvSpPr>
              <p:spPr>
                <a:xfrm>
                  <a:off x="1675518" y="4577063"/>
                  <a:ext cx="456610" cy="223952"/>
                </a:xfrm>
                <a:custGeom>
                  <a:rect b="b" l="l" r="r" t="t"/>
                  <a:pathLst>
                    <a:path extrusionOk="0" h="66702" w="135997">
                      <a:moveTo>
                        <a:pt x="133225" y="66703"/>
                      </a:moveTo>
                      <a:lnTo>
                        <a:pt x="79399" y="65629"/>
                      </a:lnTo>
                      <a:cubicBezTo>
                        <a:pt x="64020" y="56509"/>
                        <a:pt x="43544" y="50697"/>
                        <a:pt x="17614" y="46316"/>
                      </a:cubicBezTo>
                      <a:cubicBezTo>
                        <a:pt x="13143" y="31116"/>
                        <a:pt x="7063" y="15558"/>
                        <a:pt x="0" y="0"/>
                      </a:cubicBezTo>
                      <a:cubicBezTo>
                        <a:pt x="78415" y="7958"/>
                        <a:pt x="122049" y="20207"/>
                        <a:pt x="135997" y="62321"/>
                      </a:cubicBezTo>
                      <a:lnTo>
                        <a:pt x="133225" y="66703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16"/>
                <p:cNvSpPr/>
                <p:nvPr/>
              </p:nvSpPr>
              <p:spPr>
                <a:xfrm>
                  <a:off x="1598075" y="4425783"/>
                  <a:ext cx="621124" cy="371951"/>
                </a:xfrm>
                <a:custGeom>
                  <a:rect b="b" l="l" r="r" t="t"/>
                  <a:pathLst>
                    <a:path extrusionOk="0" h="110782" w="184996">
                      <a:moveTo>
                        <a:pt x="102468" y="110693"/>
                      </a:moveTo>
                      <a:lnTo>
                        <a:pt x="45243" y="109621"/>
                      </a:lnTo>
                      <a:cubicBezTo>
                        <a:pt x="43991" y="103630"/>
                        <a:pt x="42382" y="97550"/>
                        <a:pt x="40593" y="91470"/>
                      </a:cubicBezTo>
                      <a:cubicBezTo>
                        <a:pt x="66613" y="95851"/>
                        <a:pt x="87088" y="101663"/>
                        <a:pt x="102378" y="110783"/>
                      </a:cubicBezTo>
                      <a:lnTo>
                        <a:pt x="102378" y="110783"/>
                      </a:lnTo>
                      <a:close/>
                      <a:moveTo>
                        <a:pt x="23069" y="45064"/>
                      </a:moveTo>
                      <a:cubicBezTo>
                        <a:pt x="16184" y="30043"/>
                        <a:pt x="8405" y="14932"/>
                        <a:pt x="0" y="0"/>
                      </a:cubicBezTo>
                      <a:cubicBezTo>
                        <a:pt x="109531" y="8762"/>
                        <a:pt x="168365" y="16452"/>
                        <a:pt x="184996" y="66613"/>
                      </a:cubicBezTo>
                      <a:lnTo>
                        <a:pt x="159066" y="107385"/>
                      </a:lnTo>
                      <a:cubicBezTo>
                        <a:pt x="145118" y="65272"/>
                        <a:pt x="101484" y="53111"/>
                        <a:pt x="23069" y="45064"/>
                      </a:cubicBezTo>
                      <a:lnTo>
                        <a:pt x="23069" y="4506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6"/>
                <p:cNvSpPr/>
                <p:nvPr/>
              </p:nvSpPr>
              <p:spPr>
                <a:xfrm>
                  <a:off x="299581" y="4239681"/>
                  <a:ext cx="730216" cy="531660"/>
                </a:xfrm>
                <a:custGeom>
                  <a:rect b="b" l="l" r="r" t="t"/>
                  <a:pathLst>
                    <a:path extrusionOk="0" h="158350" w="217488">
                      <a:moveTo>
                        <a:pt x="269" y="156742"/>
                      </a:moveTo>
                      <a:lnTo>
                        <a:pt x="0" y="156742"/>
                      </a:lnTo>
                      <a:cubicBezTo>
                        <a:pt x="0" y="156742"/>
                        <a:pt x="0" y="156742"/>
                        <a:pt x="0" y="156742"/>
                      </a:cubicBezTo>
                      <a:lnTo>
                        <a:pt x="269" y="156742"/>
                      </a:lnTo>
                      <a:close/>
                      <a:moveTo>
                        <a:pt x="61159" y="118651"/>
                      </a:moveTo>
                      <a:cubicBezTo>
                        <a:pt x="78416" y="106223"/>
                        <a:pt x="94152" y="93258"/>
                        <a:pt x="108101" y="80114"/>
                      </a:cubicBezTo>
                      <a:cubicBezTo>
                        <a:pt x="170332" y="87983"/>
                        <a:pt x="170511" y="102378"/>
                        <a:pt x="161391" y="117578"/>
                      </a:cubicBezTo>
                      <a:lnTo>
                        <a:pt x="159335" y="120797"/>
                      </a:lnTo>
                      <a:cubicBezTo>
                        <a:pt x="155311" y="126877"/>
                        <a:pt x="150483" y="132958"/>
                        <a:pt x="147979" y="138680"/>
                      </a:cubicBezTo>
                      <a:lnTo>
                        <a:pt x="135461" y="158351"/>
                      </a:lnTo>
                      <a:cubicBezTo>
                        <a:pt x="145565" y="141541"/>
                        <a:pt x="144313" y="125805"/>
                        <a:pt x="61159" y="118651"/>
                      </a:cubicBezTo>
                      <a:lnTo>
                        <a:pt x="61159" y="118651"/>
                      </a:lnTo>
                      <a:close/>
                      <a:moveTo>
                        <a:pt x="144492" y="40772"/>
                      </a:moveTo>
                      <a:cubicBezTo>
                        <a:pt x="155490" y="26824"/>
                        <a:pt x="164252" y="13054"/>
                        <a:pt x="170511" y="0"/>
                      </a:cubicBezTo>
                      <a:cubicBezTo>
                        <a:pt x="222103" y="8047"/>
                        <a:pt x="221745" y="21638"/>
                        <a:pt x="213162" y="35944"/>
                      </a:cubicBezTo>
                      <a:lnTo>
                        <a:pt x="211105" y="39163"/>
                      </a:lnTo>
                      <a:cubicBezTo>
                        <a:pt x="207082" y="45243"/>
                        <a:pt x="202253" y="51323"/>
                        <a:pt x="199750" y="57046"/>
                      </a:cubicBezTo>
                      <a:lnTo>
                        <a:pt x="187231" y="76716"/>
                      </a:lnTo>
                      <a:cubicBezTo>
                        <a:pt x="195815" y="62411"/>
                        <a:pt x="196173" y="48730"/>
                        <a:pt x="144403" y="40683"/>
                      </a:cubicBezTo>
                      <a:lnTo>
                        <a:pt x="144403" y="40683"/>
                      </a:lnTo>
                      <a:close/>
                      <a:moveTo>
                        <a:pt x="185265" y="80025"/>
                      </a:moveTo>
                      <a:lnTo>
                        <a:pt x="173909" y="97908"/>
                      </a:lnTo>
                      <a:cubicBezTo>
                        <a:pt x="176412" y="92096"/>
                        <a:pt x="181330" y="86016"/>
                        <a:pt x="185265" y="80025"/>
                      </a:cubicBezTo>
                      <a:lnTo>
                        <a:pt x="185265" y="80025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6"/>
                <p:cNvSpPr/>
                <p:nvPr/>
              </p:nvSpPr>
              <p:spPr>
                <a:xfrm>
                  <a:off x="299581" y="4096505"/>
                  <a:ext cx="816933" cy="678161"/>
                </a:xfrm>
                <a:custGeom>
                  <a:rect b="b" l="l" r="r" t="t"/>
                  <a:pathLst>
                    <a:path extrusionOk="0" h="201984" w="243316">
                      <a:moveTo>
                        <a:pt x="134746" y="201985"/>
                      </a:moveTo>
                      <a:lnTo>
                        <a:pt x="269" y="199392"/>
                      </a:lnTo>
                      <a:lnTo>
                        <a:pt x="0" y="199392"/>
                      </a:lnTo>
                      <a:cubicBezTo>
                        <a:pt x="21996" y="187678"/>
                        <a:pt x="42382" y="174803"/>
                        <a:pt x="61069" y="161301"/>
                      </a:cubicBezTo>
                      <a:cubicBezTo>
                        <a:pt x="144224" y="168455"/>
                        <a:pt x="145476" y="184191"/>
                        <a:pt x="135372" y="201001"/>
                      </a:cubicBezTo>
                      <a:lnTo>
                        <a:pt x="134656" y="201985"/>
                      </a:lnTo>
                      <a:close/>
                      <a:moveTo>
                        <a:pt x="108011" y="122764"/>
                      </a:moveTo>
                      <a:cubicBezTo>
                        <a:pt x="121960" y="109710"/>
                        <a:pt x="134120" y="96477"/>
                        <a:pt x="144403" y="83422"/>
                      </a:cubicBezTo>
                      <a:cubicBezTo>
                        <a:pt x="196173" y="91470"/>
                        <a:pt x="195815" y="105150"/>
                        <a:pt x="187231" y="119456"/>
                      </a:cubicBezTo>
                      <a:lnTo>
                        <a:pt x="185175" y="122675"/>
                      </a:lnTo>
                      <a:cubicBezTo>
                        <a:pt x="181151" y="128666"/>
                        <a:pt x="176323" y="134746"/>
                        <a:pt x="173819" y="140558"/>
                      </a:cubicBezTo>
                      <a:lnTo>
                        <a:pt x="161301" y="160228"/>
                      </a:lnTo>
                      <a:cubicBezTo>
                        <a:pt x="170422" y="145028"/>
                        <a:pt x="170243" y="130633"/>
                        <a:pt x="108011" y="122764"/>
                      </a:cubicBezTo>
                      <a:lnTo>
                        <a:pt x="108011" y="122764"/>
                      </a:lnTo>
                      <a:close/>
                      <a:moveTo>
                        <a:pt x="170422" y="42740"/>
                      </a:moveTo>
                      <a:cubicBezTo>
                        <a:pt x="177843" y="27271"/>
                        <a:pt x="181867" y="12786"/>
                        <a:pt x="181777" y="0"/>
                      </a:cubicBezTo>
                      <a:cubicBezTo>
                        <a:pt x="247943" y="7689"/>
                        <a:pt x="248301" y="22443"/>
                        <a:pt x="239002" y="38001"/>
                      </a:cubicBezTo>
                      <a:lnTo>
                        <a:pt x="236945" y="41219"/>
                      </a:lnTo>
                      <a:cubicBezTo>
                        <a:pt x="232922" y="47210"/>
                        <a:pt x="228093" y="53290"/>
                        <a:pt x="225590" y="59102"/>
                      </a:cubicBezTo>
                      <a:lnTo>
                        <a:pt x="213072" y="78773"/>
                      </a:lnTo>
                      <a:cubicBezTo>
                        <a:pt x="221655" y="64467"/>
                        <a:pt x="222013" y="50876"/>
                        <a:pt x="170422" y="42829"/>
                      </a:cubicBezTo>
                      <a:lnTo>
                        <a:pt x="170422" y="42829"/>
                      </a:lnTo>
                      <a:close/>
                      <a:moveTo>
                        <a:pt x="211016" y="81902"/>
                      </a:moveTo>
                      <a:lnTo>
                        <a:pt x="199660" y="99785"/>
                      </a:lnTo>
                      <a:cubicBezTo>
                        <a:pt x="202163" y="93973"/>
                        <a:pt x="206992" y="87893"/>
                        <a:pt x="211016" y="81902"/>
                      </a:cubicBezTo>
                      <a:lnTo>
                        <a:pt x="211016" y="81902"/>
                      </a:lnTo>
                      <a:close/>
                      <a:moveTo>
                        <a:pt x="159245" y="163448"/>
                      </a:moveTo>
                      <a:lnTo>
                        <a:pt x="147889" y="181330"/>
                      </a:lnTo>
                      <a:cubicBezTo>
                        <a:pt x="150393" y="175518"/>
                        <a:pt x="155221" y="169438"/>
                        <a:pt x="159245" y="163448"/>
                      </a:cubicBezTo>
                      <a:lnTo>
                        <a:pt x="159245" y="163448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5" name="Google Shape;825;p16"/>
            <p:cNvGrpSpPr/>
            <p:nvPr/>
          </p:nvGrpSpPr>
          <p:grpSpPr>
            <a:xfrm>
              <a:off x="5532440" y="3809106"/>
              <a:ext cx="3642088" cy="1281210"/>
              <a:chOff x="5532440" y="3574260"/>
              <a:chExt cx="3642088" cy="1281210"/>
            </a:xfrm>
          </p:grpSpPr>
          <p:sp>
            <p:nvSpPr>
              <p:cNvPr id="826" name="Google Shape;826;p16"/>
              <p:cNvSpPr/>
              <p:nvPr/>
            </p:nvSpPr>
            <p:spPr>
              <a:xfrm>
                <a:off x="6132460" y="3769929"/>
                <a:ext cx="3038376" cy="1085540"/>
              </a:xfrm>
              <a:custGeom>
                <a:rect b="b" l="l" r="r" t="t"/>
                <a:pathLst>
                  <a:path extrusionOk="0" h="323318" w="904952">
                    <a:moveTo>
                      <a:pt x="898961" y="312589"/>
                    </a:moveTo>
                    <a:cubicBezTo>
                      <a:pt x="863822" y="315808"/>
                      <a:pt x="819115" y="318490"/>
                      <a:pt x="762874" y="320725"/>
                    </a:cubicBezTo>
                    <a:lnTo>
                      <a:pt x="898783" y="323319"/>
                    </a:lnTo>
                    <a:lnTo>
                      <a:pt x="898961" y="312499"/>
                    </a:lnTo>
                    <a:close/>
                    <a:moveTo>
                      <a:pt x="90" y="306062"/>
                    </a:moveTo>
                    <a:lnTo>
                      <a:pt x="81724" y="307671"/>
                    </a:lnTo>
                    <a:cubicBezTo>
                      <a:pt x="141899" y="275125"/>
                      <a:pt x="255096" y="278522"/>
                      <a:pt x="432671" y="269581"/>
                    </a:cubicBezTo>
                    <a:cubicBezTo>
                      <a:pt x="673461" y="257421"/>
                      <a:pt x="338966" y="157099"/>
                      <a:pt x="625267" y="147353"/>
                    </a:cubicBezTo>
                    <a:cubicBezTo>
                      <a:pt x="800696" y="141362"/>
                      <a:pt x="877592" y="131885"/>
                      <a:pt x="902717" y="116774"/>
                    </a:cubicBezTo>
                    <a:lnTo>
                      <a:pt x="903342" y="84406"/>
                    </a:lnTo>
                    <a:cubicBezTo>
                      <a:pt x="902359" y="83244"/>
                      <a:pt x="901286" y="82081"/>
                      <a:pt x="900124" y="80829"/>
                    </a:cubicBezTo>
                    <a:cubicBezTo>
                      <a:pt x="891540" y="71709"/>
                      <a:pt x="894401" y="66076"/>
                      <a:pt x="903700" y="62679"/>
                    </a:cubicBezTo>
                    <a:lnTo>
                      <a:pt x="904952" y="0"/>
                    </a:lnTo>
                    <a:cubicBezTo>
                      <a:pt x="874015" y="536"/>
                      <a:pt x="850320" y="5633"/>
                      <a:pt x="866236" y="22532"/>
                    </a:cubicBezTo>
                    <a:cubicBezTo>
                      <a:pt x="901643" y="60264"/>
                      <a:pt x="877681" y="79310"/>
                      <a:pt x="591290" y="89056"/>
                    </a:cubicBezTo>
                    <a:cubicBezTo>
                      <a:pt x="304989" y="98802"/>
                      <a:pt x="639573" y="199034"/>
                      <a:pt x="398694" y="211284"/>
                    </a:cubicBezTo>
                    <a:cubicBezTo>
                      <a:pt x="157904" y="223444"/>
                      <a:pt x="35676" y="212804"/>
                      <a:pt x="3040" y="299982"/>
                    </a:cubicBezTo>
                    <a:cubicBezTo>
                      <a:pt x="2235" y="302038"/>
                      <a:pt x="1162" y="304094"/>
                      <a:pt x="0" y="306062"/>
                    </a:cubicBezTo>
                    <a:lnTo>
                      <a:pt x="0" y="306062"/>
                    </a:lnTo>
                    <a:close/>
                    <a:moveTo>
                      <a:pt x="541308" y="316523"/>
                    </a:moveTo>
                    <a:lnTo>
                      <a:pt x="575464" y="317149"/>
                    </a:lnTo>
                    <a:cubicBezTo>
                      <a:pt x="561068" y="291845"/>
                      <a:pt x="561694" y="268329"/>
                      <a:pt x="693043" y="263858"/>
                    </a:cubicBezTo>
                    <a:cubicBezTo>
                      <a:pt x="789072" y="260550"/>
                      <a:pt x="855596" y="256259"/>
                      <a:pt x="900213" y="250536"/>
                    </a:cubicBezTo>
                    <a:lnTo>
                      <a:pt x="901465" y="186606"/>
                    </a:lnTo>
                    <a:cubicBezTo>
                      <a:pt x="859620" y="195279"/>
                      <a:pt x="784602" y="201359"/>
                      <a:pt x="659244" y="205561"/>
                    </a:cubicBezTo>
                    <a:cubicBezTo>
                      <a:pt x="417113" y="213787"/>
                      <a:pt x="618919" y="286749"/>
                      <a:pt x="541397" y="316434"/>
                    </a:cubicBezTo>
                    <a:lnTo>
                      <a:pt x="541397" y="31643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5532440" y="3574260"/>
                <a:ext cx="3642088" cy="1272533"/>
              </a:xfrm>
              <a:custGeom>
                <a:rect b="b" l="l" r="r" t="t"/>
                <a:pathLst>
                  <a:path extrusionOk="0" h="379012" w="1084762">
                    <a:moveTo>
                      <a:pt x="941611" y="379013"/>
                    </a:moveTo>
                    <a:cubicBezTo>
                      <a:pt x="997852" y="376777"/>
                      <a:pt x="1042559" y="374095"/>
                      <a:pt x="1077698" y="370876"/>
                    </a:cubicBezTo>
                    <a:lnTo>
                      <a:pt x="1078861" y="308823"/>
                    </a:lnTo>
                    <a:cubicBezTo>
                      <a:pt x="1034243" y="314546"/>
                      <a:pt x="967720" y="318927"/>
                      <a:pt x="871690" y="322146"/>
                    </a:cubicBezTo>
                    <a:cubicBezTo>
                      <a:pt x="740432" y="326616"/>
                      <a:pt x="739716" y="350132"/>
                      <a:pt x="754111" y="375436"/>
                    </a:cubicBezTo>
                    <a:lnTo>
                      <a:pt x="941522" y="379013"/>
                    </a:lnTo>
                    <a:close/>
                    <a:moveTo>
                      <a:pt x="90" y="360862"/>
                    </a:moveTo>
                    <a:lnTo>
                      <a:pt x="178737" y="364349"/>
                    </a:lnTo>
                    <a:cubicBezTo>
                      <a:pt x="179989" y="362382"/>
                      <a:pt x="181062" y="360325"/>
                      <a:pt x="181777" y="358269"/>
                    </a:cubicBezTo>
                    <a:cubicBezTo>
                      <a:pt x="214323" y="271180"/>
                      <a:pt x="336552" y="281731"/>
                      <a:pt x="577431" y="269571"/>
                    </a:cubicBezTo>
                    <a:cubicBezTo>
                      <a:pt x="818310" y="257411"/>
                      <a:pt x="483726" y="157089"/>
                      <a:pt x="770027" y="147343"/>
                    </a:cubicBezTo>
                    <a:cubicBezTo>
                      <a:pt x="1056329" y="137597"/>
                      <a:pt x="1080292" y="118552"/>
                      <a:pt x="1044973" y="80819"/>
                    </a:cubicBezTo>
                    <a:cubicBezTo>
                      <a:pt x="1029057" y="63920"/>
                      <a:pt x="1052752" y="58734"/>
                      <a:pt x="1083689" y="58287"/>
                    </a:cubicBezTo>
                    <a:lnTo>
                      <a:pt x="1084762" y="973"/>
                    </a:lnTo>
                    <a:cubicBezTo>
                      <a:pt x="1041307" y="-1620"/>
                      <a:pt x="989447" y="-457"/>
                      <a:pt x="1011085" y="22611"/>
                    </a:cubicBezTo>
                    <a:cubicBezTo>
                      <a:pt x="1046493" y="60344"/>
                      <a:pt x="1022530" y="79389"/>
                      <a:pt x="736139" y="89135"/>
                    </a:cubicBezTo>
                    <a:cubicBezTo>
                      <a:pt x="449838" y="98881"/>
                      <a:pt x="784423" y="199202"/>
                      <a:pt x="543543" y="211363"/>
                    </a:cubicBezTo>
                    <a:cubicBezTo>
                      <a:pt x="302664" y="223523"/>
                      <a:pt x="180525" y="212883"/>
                      <a:pt x="147889" y="300061"/>
                    </a:cubicBezTo>
                    <a:cubicBezTo>
                      <a:pt x="136445" y="330730"/>
                      <a:pt x="74928" y="349506"/>
                      <a:pt x="0" y="361041"/>
                    </a:cubicBezTo>
                    <a:lnTo>
                      <a:pt x="0" y="361041"/>
                    </a:lnTo>
                    <a:close/>
                    <a:moveTo>
                      <a:pt x="260371" y="365869"/>
                    </a:moveTo>
                    <a:lnTo>
                      <a:pt x="719956" y="374721"/>
                    </a:lnTo>
                    <a:cubicBezTo>
                      <a:pt x="797477" y="345036"/>
                      <a:pt x="595671" y="272074"/>
                      <a:pt x="837803" y="263848"/>
                    </a:cubicBezTo>
                    <a:cubicBezTo>
                      <a:pt x="963160" y="259556"/>
                      <a:pt x="1038267" y="253476"/>
                      <a:pt x="1080023" y="244893"/>
                    </a:cubicBezTo>
                    <a:lnTo>
                      <a:pt x="1081364" y="175061"/>
                    </a:lnTo>
                    <a:cubicBezTo>
                      <a:pt x="1056239" y="190172"/>
                      <a:pt x="979254" y="199650"/>
                      <a:pt x="803915" y="205640"/>
                    </a:cubicBezTo>
                    <a:cubicBezTo>
                      <a:pt x="517614" y="215386"/>
                      <a:pt x="852109" y="315619"/>
                      <a:pt x="611319" y="327868"/>
                    </a:cubicBezTo>
                    <a:cubicBezTo>
                      <a:pt x="433744" y="336810"/>
                      <a:pt x="320546" y="333412"/>
                      <a:pt x="260371" y="365958"/>
                    </a:cubicBezTo>
                    <a:lnTo>
                      <a:pt x="260371" y="365958"/>
                    </a:lnTo>
                    <a:close/>
                    <a:moveTo>
                      <a:pt x="1082079" y="142604"/>
                    </a:moveTo>
                    <a:lnTo>
                      <a:pt x="1082527" y="120877"/>
                    </a:lnTo>
                    <a:cubicBezTo>
                      <a:pt x="1073228" y="124274"/>
                      <a:pt x="1070366" y="129907"/>
                      <a:pt x="1078950" y="139027"/>
                    </a:cubicBezTo>
                    <a:cubicBezTo>
                      <a:pt x="1080113" y="140279"/>
                      <a:pt x="1081185" y="141441"/>
                      <a:pt x="1082169" y="142604"/>
                    </a:cubicBezTo>
                    <a:lnTo>
                      <a:pt x="1082169" y="1426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>
                <a:off x="6142964" y="4509527"/>
                <a:ext cx="646943" cy="292999"/>
              </a:xfrm>
              <a:custGeom>
                <a:rect b="b" l="l" r="r" t="t"/>
                <a:pathLst>
                  <a:path extrusionOk="0" h="87267" w="192686">
                    <a:moveTo>
                      <a:pt x="3666" y="85837"/>
                    </a:moveTo>
                    <a:lnTo>
                      <a:pt x="78595" y="87267"/>
                    </a:lnTo>
                    <a:cubicBezTo>
                      <a:pt x="100500" y="75465"/>
                      <a:pt x="129292" y="68312"/>
                      <a:pt x="165683" y="63752"/>
                    </a:cubicBezTo>
                    <a:cubicBezTo>
                      <a:pt x="172747" y="42829"/>
                      <a:pt x="181956" y="21459"/>
                      <a:pt x="192686" y="0"/>
                    </a:cubicBezTo>
                    <a:cubicBezTo>
                      <a:pt x="83155" y="6885"/>
                      <a:pt x="21727" y="21638"/>
                      <a:pt x="0" y="79578"/>
                    </a:cubicBezTo>
                    <a:lnTo>
                      <a:pt x="3666" y="858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6"/>
              <p:cNvSpPr/>
              <p:nvPr/>
            </p:nvSpPr>
            <p:spPr>
              <a:xfrm>
                <a:off x="6029504" y="4302715"/>
                <a:ext cx="876297" cy="504944"/>
              </a:xfrm>
              <a:custGeom>
                <a:rect b="b" l="l" r="r" t="t"/>
                <a:pathLst>
                  <a:path extrusionOk="0" h="150393" w="260997">
                    <a:moveTo>
                      <a:pt x="112393" y="148873"/>
                    </a:moveTo>
                    <a:lnTo>
                      <a:pt x="192060" y="150393"/>
                    </a:lnTo>
                    <a:cubicBezTo>
                      <a:pt x="194116" y="142167"/>
                      <a:pt x="196620" y="133762"/>
                      <a:pt x="199481" y="125357"/>
                    </a:cubicBezTo>
                    <a:cubicBezTo>
                      <a:pt x="163090" y="130007"/>
                      <a:pt x="134298" y="137070"/>
                      <a:pt x="112393" y="148873"/>
                    </a:cubicBezTo>
                    <a:lnTo>
                      <a:pt x="112393" y="148873"/>
                    </a:lnTo>
                    <a:close/>
                    <a:moveTo>
                      <a:pt x="226484" y="61606"/>
                    </a:moveTo>
                    <a:cubicBezTo>
                      <a:pt x="236766" y="41041"/>
                      <a:pt x="248569" y="20386"/>
                      <a:pt x="260997" y="0"/>
                    </a:cubicBezTo>
                    <a:cubicBezTo>
                      <a:pt x="108011" y="6259"/>
                      <a:pt x="25841" y="13859"/>
                      <a:pt x="0" y="82976"/>
                    </a:cubicBezTo>
                    <a:lnTo>
                      <a:pt x="33887" y="141273"/>
                    </a:lnTo>
                    <a:cubicBezTo>
                      <a:pt x="55525" y="83333"/>
                      <a:pt x="116953" y="68580"/>
                      <a:pt x="226573" y="61695"/>
                    </a:cubicBezTo>
                    <a:lnTo>
                      <a:pt x="226573" y="61695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6"/>
              <p:cNvSpPr/>
              <p:nvPr/>
            </p:nvSpPr>
            <p:spPr>
              <a:xfrm>
                <a:off x="7702236" y="4082097"/>
                <a:ext cx="992537" cy="764620"/>
              </a:xfrm>
              <a:custGeom>
                <a:rect b="b" l="l" r="r" t="t"/>
                <a:pathLst>
                  <a:path extrusionOk="0" h="227735" w="295618">
                    <a:moveTo>
                      <a:pt x="295261" y="227736"/>
                    </a:moveTo>
                    <a:lnTo>
                      <a:pt x="295618" y="227736"/>
                    </a:lnTo>
                    <a:cubicBezTo>
                      <a:pt x="295618" y="227736"/>
                      <a:pt x="295618" y="227736"/>
                      <a:pt x="295618" y="227736"/>
                    </a:cubicBezTo>
                    <a:lnTo>
                      <a:pt x="295261" y="227736"/>
                    </a:lnTo>
                    <a:close/>
                    <a:moveTo>
                      <a:pt x="212553" y="171316"/>
                    </a:moveTo>
                    <a:cubicBezTo>
                      <a:pt x="189217" y="153076"/>
                      <a:pt x="168025" y="134120"/>
                      <a:pt x="149338" y="114985"/>
                    </a:cubicBezTo>
                    <a:cubicBezTo>
                      <a:pt x="62339" y="122586"/>
                      <a:pt x="61355" y="142704"/>
                      <a:pt x="73158" y="164431"/>
                    </a:cubicBezTo>
                    <a:lnTo>
                      <a:pt x="75751" y="168991"/>
                    </a:lnTo>
                    <a:cubicBezTo>
                      <a:pt x="81026" y="177664"/>
                      <a:pt x="87464" y="186427"/>
                      <a:pt x="90594" y="194563"/>
                    </a:cubicBezTo>
                    <a:lnTo>
                      <a:pt x="106956" y="222639"/>
                    </a:lnTo>
                    <a:cubicBezTo>
                      <a:pt x="93812" y="198766"/>
                      <a:pt x="96316" y="176770"/>
                      <a:pt x="212464" y="171316"/>
                    </a:cubicBezTo>
                    <a:lnTo>
                      <a:pt x="212464" y="171316"/>
                    </a:lnTo>
                    <a:close/>
                    <a:moveTo>
                      <a:pt x="100787" y="58208"/>
                    </a:moveTo>
                    <a:cubicBezTo>
                      <a:pt x="86212" y="38179"/>
                      <a:pt x="74767" y="18509"/>
                      <a:pt x="66720" y="0"/>
                    </a:cubicBezTo>
                    <a:cubicBezTo>
                      <a:pt x="-5615" y="8494"/>
                      <a:pt x="-5794" y="27450"/>
                      <a:pt x="5383" y="47925"/>
                    </a:cubicBezTo>
                    <a:lnTo>
                      <a:pt x="8065" y="52486"/>
                    </a:lnTo>
                    <a:cubicBezTo>
                      <a:pt x="13340" y="61159"/>
                      <a:pt x="19778" y="69921"/>
                      <a:pt x="22908" y="78058"/>
                    </a:cubicBezTo>
                    <a:lnTo>
                      <a:pt x="39270" y="106223"/>
                    </a:lnTo>
                    <a:cubicBezTo>
                      <a:pt x="28094" y="85837"/>
                      <a:pt x="28273" y="66792"/>
                      <a:pt x="100787" y="58297"/>
                    </a:cubicBezTo>
                    <a:lnTo>
                      <a:pt x="100787" y="58297"/>
                    </a:lnTo>
                    <a:close/>
                    <a:moveTo>
                      <a:pt x="41863" y="110694"/>
                    </a:moveTo>
                    <a:lnTo>
                      <a:pt x="56796" y="136266"/>
                    </a:lnTo>
                    <a:cubicBezTo>
                      <a:pt x="53576" y="128040"/>
                      <a:pt x="47139" y="119277"/>
                      <a:pt x="41863" y="110694"/>
                    </a:cubicBezTo>
                    <a:lnTo>
                      <a:pt x="41863" y="1106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6"/>
              <p:cNvSpPr/>
              <p:nvPr/>
            </p:nvSpPr>
            <p:spPr>
              <a:xfrm>
                <a:off x="7588431" y="3880089"/>
                <a:ext cx="1106360" cy="966658"/>
              </a:xfrm>
              <a:custGeom>
                <a:rect b="b" l="l" r="r" t="t"/>
                <a:pathLst>
                  <a:path extrusionOk="0" h="287910" w="329519">
                    <a:moveTo>
                      <a:pt x="141752" y="284334"/>
                    </a:moveTo>
                    <a:lnTo>
                      <a:pt x="329162" y="287911"/>
                    </a:lnTo>
                    <a:lnTo>
                      <a:pt x="329519" y="287911"/>
                    </a:lnTo>
                    <a:cubicBezTo>
                      <a:pt x="299566" y="270386"/>
                      <a:pt x="271759" y="251341"/>
                      <a:pt x="246455" y="231491"/>
                    </a:cubicBezTo>
                    <a:cubicBezTo>
                      <a:pt x="130307" y="236945"/>
                      <a:pt x="127803" y="258852"/>
                      <a:pt x="140947" y="282814"/>
                    </a:cubicBezTo>
                    <a:lnTo>
                      <a:pt x="141752" y="284245"/>
                    </a:lnTo>
                    <a:close/>
                    <a:moveTo>
                      <a:pt x="183150" y="175250"/>
                    </a:moveTo>
                    <a:cubicBezTo>
                      <a:pt x="164463" y="156295"/>
                      <a:pt x="148190" y="137160"/>
                      <a:pt x="134688" y="118473"/>
                    </a:cubicBezTo>
                    <a:cubicBezTo>
                      <a:pt x="62174" y="126967"/>
                      <a:pt x="61906" y="146012"/>
                      <a:pt x="73172" y="166398"/>
                    </a:cubicBezTo>
                    <a:lnTo>
                      <a:pt x="75764" y="170958"/>
                    </a:lnTo>
                    <a:cubicBezTo>
                      <a:pt x="81040" y="179631"/>
                      <a:pt x="87478" y="188394"/>
                      <a:pt x="90697" y="196531"/>
                    </a:cubicBezTo>
                    <a:lnTo>
                      <a:pt x="107059" y="224696"/>
                    </a:lnTo>
                    <a:cubicBezTo>
                      <a:pt x="95168" y="202968"/>
                      <a:pt x="96240" y="182940"/>
                      <a:pt x="183239" y="175250"/>
                    </a:cubicBezTo>
                    <a:lnTo>
                      <a:pt x="183239" y="175250"/>
                    </a:lnTo>
                    <a:close/>
                    <a:moveTo>
                      <a:pt x="100622" y="60265"/>
                    </a:moveTo>
                    <a:cubicBezTo>
                      <a:pt x="91054" y="38269"/>
                      <a:pt x="86405" y="17793"/>
                      <a:pt x="87031" y="0"/>
                    </a:cubicBezTo>
                    <a:cubicBezTo>
                      <a:pt x="-5512" y="7242"/>
                      <a:pt x="-6764" y="27718"/>
                      <a:pt x="5396" y="49893"/>
                    </a:cubicBezTo>
                    <a:lnTo>
                      <a:pt x="8079" y="54453"/>
                    </a:lnTo>
                    <a:cubicBezTo>
                      <a:pt x="13354" y="63126"/>
                      <a:pt x="19792" y="71888"/>
                      <a:pt x="22921" y="80025"/>
                    </a:cubicBezTo>
                    <a:lnTo>
                      <a:pt x="39284" y="108190"/>
                    </a:lnTo>
                    <a:cubicBezTo>
                      <a:pt x="28108" y="87804"/>
                      <a:pt x="28286" y="68759"/>
                      <a:pt x="100622" y="60265"/>
                    </a:cubicBezTo>
                    <a:lnTo>
                      <a:pt x="100622" y="60265"/>
                    </a:lnTo>
                    <a:close/>
                    <a:moveTo>
                      <a:pt x="41967" y="112661"/>
                    </a:moveTo>
                    <a:lnTo>
                      <a:pt x="56809" y="138233"/>
                    </a:lnTo>
                    <a:cubicBezTo>
                      <a:pt x="53590" y="130007"/>
                      <a:pt x="47152" y="121244"/>
                      <a:pt x="41967" y="112661"/>
                    </a:cubicBezTo>
                    <a:lnTo>
                      <a:pt x="41967" y="112661"/>
                    </a:lnTo>
                    <a:close/>
                    <a:moveTo>
                      <a:pt x="109652" y="229166"/>
                    </a:moveTo>
                    <a:lnTo>
                      <a:pt x="124495" y="254739"/>
                    </a:lnTo>
                    <a:cubicBezTo>
                      <a:pt x="121366" y="246513"/>
                      <a:pt x="114838" y="237750"/>
                      <a:pt x="109652" y="229166"/>
                    </a:cubicBezTo>
                    <a:lnTo>
                      <a:pt x="109652" y="229166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2" name="Google Shape;832;p16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833" name="Google Shape;833;p16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834" name="Google Shape;834;p16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16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836" name="Google Shape;836;p16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16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16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16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" name="Google Shape;840;p16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16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16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16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16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16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16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16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16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16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16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16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16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16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16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16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16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16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16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16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60" name="Google Shape;860;p16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861" name="Google Shape;861;p16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2" name="Google Shape;862;p16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863" name="Google Shape;863;p16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16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16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16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16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16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16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16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16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16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16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16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16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16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16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16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16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16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16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16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16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16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16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16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887" name="Google Shape;887;p16"/>
          <p:cNvSpPr txBox="1"/>
          <p:nvPr>
            <p:ph type="title"/>
          </p:nvPr>
        </p:nvSpPr>
        <p:spPr>
          <a:xfrm>
            <a:off x="720000" y="1498663"/>
            <a:ext cx="3597900" cy="12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8" name="Google Shape;888;p16"/>
          <p:cNvSpPr txBox="1"/>
          <p:nvPr>
            <p:ph idx="1" type="subTitle"/>
          </p:nvPr>
        </p:nvSpPr>
        <p:spPr>
          <a:xfrm>
            <a:off x="720000" y="2734038"/>
            <a:ext cx="35979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" name="Google Shape;890;p17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891" name="Google Shape;891;p17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892" name="Google Shape;892;p17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3" name="Google Shape;893;p17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894" name="Google Shape;894;p17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17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17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17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17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17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17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17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17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17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17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17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17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17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17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17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17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17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17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p17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914;p17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17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17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17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18" name="Google Shape;918;p17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919" name="Google Shape;919;p17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0" name="Google Shape;920;p17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921" name="Google Shape;921;p17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17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17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17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17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17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17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17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17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17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17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17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17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17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17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17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17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17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17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17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17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17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17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17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45" name="Google Shape;945;p17"/>
          <p:cNvSpPr txBox="1"/>
          <p:nvPr>
            <p:ph type="title"/>
          </p:nvPr>
        </p:nvSpPr>
        <p:spPr>
          <a:xfrm>
            <a:off x="4837200" y="1556975"/>
            <a:ext cx="3593400" cy="58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6" name="Google Shape;946;p17"/>
          <p:cNvSpPr txBox="1"/>
          <p:nvPr>
            <p:ph idx="1" type="subTitle"/>
          </p:nvPr>
        </p:nvSpPr>
        <p:spPr>
          <a:xfrm>
            <a:off x="4837375" y="2145050"/>
            <a:ext cx="35934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8" name="Google Shape;948;p18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949" name="Google Shape;949;p18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950" name="Google Shape;950;p18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1" name="Google Shape;951;p18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952" name="Google Shape;952;p18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18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18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18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18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18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18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18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0" name="Google Shape;960;p18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18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18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8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18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18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18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7" name="Google Shape;967;p18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8" name="Google Shape;968;p18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18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0" name="Google Shape;970;p18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1" name="Google Shape;971;p18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18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18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18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18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6" name="Google Shape;976;p18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977" name="Google Shape;977;p18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8" name="Google Shape;978;p18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979" name="Google Shape;979;p18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18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1" name="Google Shape;981;p18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18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18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18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18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18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18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18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18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18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18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18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18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18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18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18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18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18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18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18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18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2" name="Google Shape;1002;p18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003" name="Google Shape;100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04" name="Google Shape;1004;p18"/>
          <p:cNvSpPr txBox="1"/>
          <p:nvPr>
            <p:ph idx="1" type="body"/>
          </p:nvPr>
        </p:nvSpPr>
        <p:spPr>
          <a:xfrm>
            <a:off x="720000" y="1215750"/>
            <a:ext cx="7704000" cy="12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19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007" name="Google Shape;1007;p19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008" name="Google Shape;1008;p19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9" name="Google Shape;1009;p19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010" name="Google Shape;1010;p19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1" name="Google Shape;1011;p19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9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9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9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19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19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19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19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19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9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19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9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19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19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19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19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19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9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9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9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19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19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19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4" name="Google Shape;1034;p19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035" name="Google Shape;1035;p19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36" name="Google Shape;1036;p19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037" name="Google Shape;1037;p19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19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19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19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19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19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19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9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9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9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19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19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19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19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19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19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19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19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19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19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19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19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19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19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061" name="Google Shape;1061;p19"/>
          <p:cNvGrpSpPr/>
          <p:nvPr/>
        </p:nvGrpSpPr>
        <p:grpSpPr>
          <a:xfrm flipH="1">
            <a:off x="6928722" y="-1283865"/>
            <a:ext cx="3900819" cy="3152219"/>
            <a:chOff x="4319714" y="2671490"/>
            <a:chExt cx="2340304" cy="1891180"/>
          </a:xfrm>
        </p:grpSpPr>
        <p:sp>
          <p:nvSpPr>
            <p:cNvPr id="1062" name="Google Shape;1062;p19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9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19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19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19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19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9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19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19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9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19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9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9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19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19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19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19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19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19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19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2" name="Google Shape;108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3" name="Google Shape;1083;p19"/>
          <p:cNvSpPr txBox="1"/>
          <p:nvPr>
            <p:ph idx="1" type="subTitle"/>
          </p:nvPr>
        </p:nvSpPr>
        <p:spPr>
          <a:xfrm>
            <a:off x="4050750" y="2652875"/>
            <a:ext cx="26907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4" name="Google Shape;1084;p19"/>
          <p:cNvSpPr txBox="1"/>
          <p:nvPr>
            <p:ph idx="2" type="subTitle"/>
          </p:nvPr>
        </p:nvSpPr>
        <p:spPr>
          <a:xfrm>
            <a:off x="713225" y="2652875"/>
            <a:ext cx="26907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5" name="Google Shape;1085;p19"/>
          <p:cNvSpPr txBox="1"/>
          <p:nvPr>
            <p:ph idx="3" type="subTitle"/>
          </p:nvPr>
        </p:nvSpPr>
        <p:spPr>
          <a:xfrm>
            <a:off x="713236" y="2093975"/>
            <a:ext cx="2690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6" name="Google Shape;1086;p19"/>
          <p:cNvSpPr txBox="1"/>
          <p:nvPr>
            <p:ph idx="4" type="subTitle"/>
          </p:nvPr>
        </p:nvSpPr>
        <p:spPr>
          <a:xfrm>
            <a:off x="4050764" y="2093975"/>
            <a:ext cx="2690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20"/>
          <p:cNvGrpSpPr/>
          <p:nvPr/>
        </p:nvGrpSpPr>
        <p:grpSpPr>
          <a:xfrm>
            <a:off x="-17948" y="3809106"/>
            <a:ext cx="9192476" cy="1281210"/>
            <a:chOff x="-17948" y="3809106"/>
            <a:chExt cx="9192476" cy="1281210"/>
          </a:xfrm>
        </p:grpSpPr>
        <p:grpSp>
          <p:nvGrpSpPr>
            <p:cNvPr id="1089" name="Google Shape;1089;p20"/>
            <p:cNvGrpSpPr/>
            <p:nvPr/>
          </p:nvGrpSpPr>
          <p:grpSpPr>
            <a:xfrm>
              <a:off x="-17948" y="4032389"/>
              <a:ext cx="2596774" cy="966067"/>
              <a:chOff x="-49178" y="3956189"/>
              <a:chExt cx="2596774" cy="966067"/>
            </a:xfrm>
          </p:grpSpPr>
          <p:sp>
            <p:nvSpPr>
              <p:cNvPr id="1090" name="Google Shape;1090;p20"/>
              <p:cNvSpPr/>
              <p:nvPr/>
            </p:nvSpPr>
            <p:spPr>
              <a:xfrm>
                <a:off x="-49168" y="4082106"/>
                <a:ext cx="2166581" cy="819559"/>
              </a:xfrm>
              <a:custGeom>
                <a:rect b="b" l="l" r="r" t="t"/>
                <a:pathLst>
                  <a:path extrusionOk="0" h="244098" w="645296">
                    <a:moveTo>
                      <a:pt x="179" y="223891"/>
                    </a:moveTo>
                    <a:cubicBezTo>
                      <a:pt x="25304" y="227199"/>
                      <a:pt x="57314" y="230329"/>
                      <a:pt x="97640" y="233548"/>
                    </a:cubicBezTo>
                    <a:lnTo>
                      <a:pt x="0" y="231670"/>
                    </a:lnTo>
                    <a:lnTo>
                      <a:pt x="179" y="223980"/>
                    </a:lnTo>
                    <a:close/>
                    <a:moveTo>
                      <a:pt x="645207" y="244098"/>
                    </a:moveTo>
                    <a:lnTo>
                      <a:pt x="586641" y="242936"/>
                    </a:lnTo>
                    <a:cubicBezTo>
                      <a:pt x="544348" y="217990"/>
                      <a:pt x="463161" y="217274"/>
                      <a:pt x="335926" y="205919"/>
                    </a:cubicBezTo>
                    <a:cubicBezTo>
                      <a:pt x="163537" y="190629"/>
                      <a:pt x="406294" y="128040"/>
                      <a:pt x="201091" y="113197"/>
                    </a:cubicBezTo>
                    <a:cubicBezTo>
                      <a:pt x="75465" y="104077"/>
                      <a:pt x="20565" y="95136"/>
                      <a:pt x="2861" y="83691"/>
                    </a:cubicBezTo>
                    <a:lnTo>
                      <a:pt x="3308" y="60533"/>
                    </a:lnTo>
                    <a:cubicBezTo>
                      <a:pt x="4113" y="59728"/>
                      <a:pt x="4918" y="58834"/>
                      <a:pt x="5723" y="58029"/>
                    </a:cubicBezTo>
                    <a:cubicBezTo>
                      <a:pt x="12161" y="51770"/>
                      <a:pt x="10193" y="47657"/>
                      <a:pt x="3577" y="44885"/>
                    </a:cubicBezTo>
                    <a:lnTo>
                      <a:pt x="4471" y="0"/>
                    </a:lnTo>
                    <a:cubicBezTo>
                      <a:pt x="26646" y="1252"/>
                      <a:pt x="43455" y="5544"/>
                      <a:pt x="31653" y="17257"/>
                    </a:cubicBezTo>
                    <a:cubicBezTo>
                      <a:pt x="5276" y="43276"/>
                      <a:pt x="21906" y="57582"/>
                      <a:pt x="227110" y="72425"/>
                    </a:cubicBezTo>
                    <a:cubicBezTo>
                      <a:pt x="432224" y="87357"/>
                      <a:pt x="189467" y="149857"/>
                      <a:pt x="361856" y="165236"/>
                    </a:cubicBezTo>
                    <a:cubicBezTo>
                      <a:pt x="534244" y="180525"/>
                      <a:pt x="622317" y="176412"/>
                      <a:pt x="643239" y="239628"/>
                    </a:cubicBezTo>
                    <a:cubicBezTo>
                      <a:pt x="643776" y="241148"/>
                      <a:pt x="644402" y="242668"/>
                      <a:pt x="645296" y="244098"/>
                    </a:cubicBezTo>
                    <a:lnTo>
                      <a:pt x="645296" y="244098"/>
                    </a:lnTo>
                    <a:close/>
                    <a:moveTo>
                      <a:pt x="256616" y="236588"/>
                    </a:moveTo>
                    <a:lnTo>
                      <a:pt x="232117" y="236141"/>
                    </a:lnTo>
                    <a:cubicBezTo>
                      <a:pt x="243115" y="218437"/>
                      <a:pt x="243294" y="201538"/>
                      <a:pt x="149231" y="194742"/>
                    </a:cubicBezTo>
                    <a:cubicBezTo>
                      <a:pt x="80383" y="189735"/>
                      <a:pt x="32815" y="184817"/>
                      <a:pt x="984" y="179453"/>
                    </a:cubicBezTo>
                    <a:lnTo>
                      <a:pt x="1878" y="133673"/>
                    </a:lnTo>
                    <a:cubicBezTo>
                      <a:pt x="31653" y="141005"/>
                      <a:pt x="85301" y="147442"/>
                      <a:pt x="175161" y="153970"/>
                    </a:cubicBezTo>
                    <a:cubicBezTo>
                      <a:pt x="348623" y="166577"/>
                      <a:pt x="201806" y="213251"/>
                      <a:pt x="256616" y="236588"/>
                    </a:cubicBezTo>
                    <a:lnTo>
                      <a:pt x="256616" y="23658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91" name="Google Shape;1091;p20"/>
              <p:cNvGrpSpPr/>
              <p:nvPr/>
            </p:nvGrpSpPr>
            <p:grpSpPr>
              <a:xfrm>
                <a:off x="-49178" y="3956189"/>
                <a:ext cx="2596774" cy="966067"/>
                <a:chOff x="-26692" y="3843763"/>
                <a:chExt cx="2596774" cy="966067"/>
              </a:xfrm>
            </p:grpSpPr>
            <p:sp>
              <p:nvSpPr>
                <p:cNvPr id="1092" name="Google Shape;1092;p20"/>
                <p:cNvSpPr/>
                <p:nvPr/>
              </p:nvSpPr>
              <p:spPr>
                <a:xfrm>
                  <a:off x="-26692" y="3843763"/>
                  <a:ext cx="2596774" cy="966067"/>
                </a:xfrm>
                <a:custGeom>
                  <a:rect b="b" l="l" r="r" t="t"/>
                  <a:pathLst>
                    <a:path extrusionOk="0" h="287734" w="773425">
                      <a:moveTo>
                        <a:pt x="97461" y="274680"/>
                      </a:moveTo>
                      <a:cubicBezTo>
                        <a:pt x="57135" y="271550"/>
                        <a:pt x="25125" y="268332"/>
                        <a:pt x="0" y="265023"/>
                      </a:cubicBezTo>
                      <a:lnTo>
                        <a:pt x="894" y="220585"/>
                      </a:lnTo>
                      <a:cubicBezTo>
                        <a:pt x="32815" y="225950"/>
                        <a:pt x="80382" y="230867"/>
                        <a:pt x="149141" y="235875"/>
                      </a:cubicBezTo>
                      <a:cubicBezTo>
                        <a:pt x="243204" y="242670"/>
                        <a:pt x="243025" y="259569"/>
                        <a:pt x="232028" y="277273"/>
                      </a:cubicBezTo>
                      <a:lnTo>
                        <a:pt x="97461" y="274680"/>
                      </a:lnTo>
                      <a:close/>
                      <a:moveTo>
                        <a:pt x="773425" y="287734"/>
                      </a:moveTo>
                      <a:lnTo>
                        <a:pt x="645117" y="285231"/>
                      </a:lnTo>
                      <a:cubicBezTo>
                        <a:pt x="644312" y="283800"/>
                        <a:pt x="643597" y="282280"/>
                        <a:pt x="643060" y="280760"/>
                      </a:cubicBezTo>
                      <a:cubicBezTo>
                        <a:pt x="622138" y="217545"/>
                        <a:pt x="534065" y="221747"/>
                        <a:pt x="361677" y="206368"/>
                      </a:cubicBezTo>
                      <a:cubicBezTo>
                        <a:pt x="189288" y="190989"/>
                        <a:pt x="432045" y="128489"/>
                        <a:pt x="226931" y="113557"/>
                      </a:cubicBezTo>
                      <a:cubicBezTo>
                        <a:pt x="21817" y="98625"/>
                        <a:pt x="5097" y="84408"/>
                        <a:pt x="31474" y="58389"/>
                      </a:cubicBezTo>
                      <a:cubicBezTo>
                        <a:pt x="43365" y="46676"/>
                        <a:pt x="26467" y="42384"/>
                        <a:pt x="4292" y="41132"/>
                      </a:cubicBezTo>
                      <a:lnTo>
                        <a:pt x="5097" y="92"/>
                      </a:lnTo>
                      <a:cubicBezTo>
                        <a:pt x="36391" y="-534"/>
                        <a:pt x="73587" y="1701"/>
                        <a:pt x="57403" y="17617"/>
                      </a:cubicBezTo>
                      <a:cubicBezTo>
                        <a:pt x="30937" y="43636"/>
                        <a:pt x="47657" y="57942"/>
                        <a:pt x="252772" y="72874"/>
                      </a:cubicBezTo>
                      <a:cubicBezTo>
                        <a:pt x="457886" y="87717"/>
                        <a:pt x="215128" y="150306"/>
                        <a:pt x="387517" y="165596"/>
                      </a:cubicBezTo>
                      <a:cubicBezTo>
                        <a:pt x="559996" y="180975"/>
                        <a:pt x="647978" y="176772"/>
                        <a:pt x="668901" y="239987"/>
                      </a:cubicBezTo>
                      <a:cubicBezTo>
                        <a:pt x="676322" y="262251"/>
                        <a:pt x="719956" y="277362"/>
                        <a:pt x="773336" y="287645"/>
                      </a:cubicBezTo>
                      <a:lnTo>
                        <a:pt x="773336" y="287645"/>
                      </a:lnTo>
                      <a:close/>
                      <a:moveTo>
                        <a:pt x="586462" y="284158"/>
                      </a:moveTo>
                      <a:lnTo>
                        <a:pt x="256527" y="277809"/>
                      </a:lnTo>
                      <a:cubicBezTo>
                        <a:pt x="201716" y="254472"/>
                        <a:pt x="348533" y="207799"/>
                        <a:pt x="175071" y="195191"/>
                      </a:cubicBezTo>
                      <a:cubicBezTo>
                        <a:pt x="85211" y="188664"/>
                        <a:pt x="31563" y="182316"/>
                        <a:pt x="1788" y="174895"/>
                      </a:cubicBezTo>
                      <a:lnTo>
                        <a:pt x="2772" y="124913"/>
                      </a:lnTo>
                      <a:cubicBezTo>
                        <a:pt x="20386" y="136357"/>
                        <a:pt x="75375" y="145299"/>
                        <a:pt x="201001" y="154419"/>
                      </a:cubicBezTo>
                      <a:cubicBezTo>
                        <a:pt x="406205" y="169262"/>
                        <a:pt x="163358" y="231851"/>
                        <a:pt x="335836" y="247141"/>
                      </a:cubicBezTo>
                      <a:cubicBezTo>
                        <a:pt x="463071" y="258496"/>
                        <a:pt x="544259" y="259122"/>
                        <a:pt x="586551" y="284158"/>
                      </a:cubicBezTo>
                      <a:lnTo>
                        <a:pt x="586551" y="284158"/>
                      </a:lnTo>
                      <a:close/>
                      <a:moveTo>
                        <a:pt x="3129" y="101665"/>
                      </a:moveTo>
                      <a:lnTo>
                        <a:pt x="3398" y="86018"/>
                      </a:lnTo>
                      <a:cubicBezTo>
                        <a:pt x="10014" y="88700"/>
                        <a:pt x="11892" y="92903"/>
                        <a:pt x="5544" y="99162"/>
                      </a:cubicBezTo>
                      <a:cubicBezTo>
                        <a:pt x="4739" y="99966"/>
                        <a:pt x="3934" y="100860"/>
                        <a:pt x="3129" y="101665"/>
                      </a:cubicBezTo>
                      <a:lnTo>
                        <a:pt x="3129" y="10166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20"/>
                <p:cNvSpPr/>
                <p:nvPr/>
              </p:nvSpPr>
              <p:spPr>
                <a:xfrm>
                  <a:off x="1675518" y="4577063"/>
                  <a:ext cx="456610" cy="223952"/>
                </a:xfrm>
                <a:custGeom>
                  <a:rect b="b" l="l" r="r" t="t"/>
                  <a:pathLst>
                    <a:path extrusionOk="0" h="66702" w="135997">
                      <a:moveTo>
                        <a:pt x="133225" y="66703"/>
                      </a:moveTo>
                      <a:lnTo>
                        <a:pt x="79399" y="65629"/>
                      </a:lnTo>
                      <a:cubicBezTo>
                        <a:pt x="64020" y="56509"/>
                        <a:pt x="43544" y="50697"/>
                        <a:pt x="17614" y="46316"/>
                      </a:cubicBezTo>
                      <a:cubicBezTo>
                        <a:pt x="13143" y="31116"/>
                        <a:pt x="7063" y="15558"/>
                        <a:pt x="0" y="0"/>
                      </a:cubicBezTo>
                      <a:cubicBezTo>
                        <a:pt x="78415" y="7958"/>
                        <a:pt x="122049" y="20207"/>
                        <a:pt x="135997" y="62321"/>
                      </a:cubicBezTo>
                      <a:lnTo>
                        <a:pt x="133225" y="66703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20"/>
                <p:cNvSpPr/>
                <p:nvPr/>
              </p:nvSpPr>
              <p:spPr>
                <a:xfrm>
                  <a:off x="1598075" y="4425783"/>
                  <a:ext cx="621124" cy="371951"/>
                </a:xfrm>
                <a:custGeom>
                  <a:rect b="b" l="l" r="r" t="t"/>
                  <a:pathLst>
                    <a:path extrusionOk="0" h="110782" w="184996">
                      <a:moveTo>
                        <a:pt x="102468" y="110693"/>
                      </a:moveTo>
                      <a:lnTo>
                        <a:pt x="45243" y="109621"/>
                      </a:lnTo>
                      <a:cubicBezTo>
                        <a:pt x="43991" y="103630"/>
                        <a:pt x="42382" y="97550"/>
                        <a:pt x="40593" y="91470"/>
                      </a:cubicBezTo>
                      <a:cubicBezTo>
                        <a:pt x="66613" y="95851"/>
                        <a:pt x="87088" y="101663"/>
                        <a:pt x="102378" y="110783"/>
                      </a:cubicBezTo>
                      <a:lnTo>
                        <a:pt x="102378" y="110783"/>
                      </a:lnTo>
                      <a:close/>
                      <a:moveTo>
                        <a:pt x="23069" y="45064"/>
                      </a:moveTo>
                      <a:cubicBezTo>
                        <a:pt x="16184" y="30043"/>
                        <a:pt x="8405" y="14932"/>
                        <a:pt x="0" y="0"/>
                      </a:cubicBezTo>
                      <a:cubicBezTo>
                        <a:pt x="109531" y="8762"/>
                        <a:pt x="168365" y="16452"/>
                        <a:pt x="184996" y="66613"/>
                      </a:cubicBezTo>
                      <a:lnTo>
                        <a:pt x="159066" y="107385"/>
                      </a:lnTo>
                      <a:cubicBezTo>
                        <a:pt x="145118" y="65272"/>
                        <a:pt x="101484" y="53111"/>
                        <a:pt x="23069" y="45064"/>
                      </a:cubicBezTo>
                      <a:lnTo>
                        <a:pt x="23069" y="4506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20"/>
                <p:cNvSpPr/>
                <p:nvPr/>
              </p:nvSpPr>
              <p:spPr>
                <a:xfrm>
                  <a:off x="299581" y="4239681"/>
                  <a:ext cx="730216" cy="531660"/>
                </a:xfrm>
                <a:custGeom>
                  <a:rect b="b" l="l" r="r" t="t"/>
                  <a:pathLst>
                    <a:path extrusionOk="0" h="158350" w="217488">
                      <a:moveTo>
                        <a:pt x="269" y="156742"/>
                      </a:moveTo>
                      <a:lnTo>
                        <a:pt x="0" y="156742"/>
                      </a:lnTo>
                      <a:cubicBezTo>
                        <a:pt x="0" y="156742"/>
                        <a:pt x="0" y="156742"/>
                        <a:pt x="0" y="156742"/>
                      </a:cubicBezTo>
                      <a:lnTo>
                        <a:pt x="269" y="156742"/>
                      </a:lnTo>
                      <a:close/>
                      <a:moveTo>
                        <a:pt x="61159" y="118651"/>
                      </a:moveTo>
                      <a:cubicBezTo>
                        <a:pt x="78416" y="106223"/>
                        <a:pt x="94152" y="93258"/>
                        <a:pt x="108101" y="80114"/>
                      </a:cubicBezTo>
                      <a:cubicBezTo>
                        <a:pt x="170332" y="87983"/>
                        <a:pt x="170511" y="102378"/>
                        <a:pt x="161391" y="117578"/>
                      </a:cubicBezTo>
                      <a:lnTo>
                        <a:pt x="159335" y="120797"/>
                      </a:lnTo>
                      <a:cubicBezTo>
                        <a:pt x="155311" y="126877"/>
                        <a:pt x="150483" y="132958"/>
                        <a:pt x="147979" y="138680"/>
                      </a:cubicBezTo>
                      <a:lnTo>
                        <a:pt x="135461" y="158351"/>
                      </a:lnTo>
                      <a:cubicBezTo>
                        <a:pt x="145565" y="141541"/>
                        <a:pt x="144313" y="125805"/>
                        <a:pt x="61159" y="118651"/>
                      </a:cubicBezTo>
                      <a:lnTo>
                        <a:pt x="61159" y="118651"/>
                      </a:lnTo>
                      <a:close/>
                      <a:moveTo>
                        <a:pt x="144492" y="40772"/>
                      </a:moveTo>
                      <a:cubicBezTo>
                        <a:pt x="155490" y="26824"/>
                        <a:pt x="164252" y="13054"/>
                        <a:pt x="170511" y="0"/>
                      </a:cubicBezTo>
                      <a:cubicBezTo>
                        <a:pt x="222103" y="8047"/>
                        <a:pt x="221745" y="21638"/>
                        <a:pt x="213162" y="35944"/>
                      </a:cubicBezTo>
                      <a:lnTo>
                        <a:pt x="211105" y="39163"/>
                      </a:lnTo>
                      <a:cubicBezTo>
                        <a:pt x="207082" y="45243"/>
                        <a:pt x="202253" y="51323"/>
                        <a:pt x="199750" y="57046"/>
                      </a:cubicBezTo>
                      <a:lnTo>
                        <a:pt x="187231" y="76716"/>
                      </a:lnTo>
                      <a:cubicBezTo>
                        <a:pt x="195815" y="62411"/>
                        <a:pt x="196173" y="48730"/>
                        <a:pt x="144403" y="40683"/>
                      </a:cubicBezTo>
                      <a:lnTo>
                        <a:pt x="144403" y="40683"/>
                      </a:lnTo>
                      <a:close/>
                      <a:moveTo>
                        <a:pt x="185265" y="80025"/>
                      </a:moveTo>
                      <a:lnTo>
                        <a:pt x="173909" y="97908"/>
                      </a:lnTo>
                      <a:cubicBezTo>
                        <a:pt x="176412" y="92096"/>
                        <a:pt x="181330" y="86016"/>
                        <a:pt x="185265" y="80025"/>
                      </a:cubicBezTo>
                      <a:lnTo>
                        <a:pt x="185265" y="80025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20"/>
                <p:cNvSpPr/>
                <p:nvPr/>
              </p:nvSpPr>
              <p:spPr>
                <a:xfrm>
                  <a:off x="299581" y="4096505"/>
                  <a:ext cx="816933" cy="678161"/>
                </a:xfrm>
                <a:custGeom>
                  <a:rect b="b" l="l" r="r" t="t"/>
                  <a:pathLst>
                    <a:path extrusionOk="0" h="201984" w="243316">
                      <a:moveTo>
                        <a:pt x="134746" y="201985"/>
                      </a:moveTo>
                      <a:lnTo>
                        <a:pt x="269" y="199392"/>
                      </a:lnTo>
                      <a:lnTo>
                        <a:pt x="0" y="199392"/>
                      </a:lnTo>
                      <a:cubicBezTo>
                        <a:pt x="21996" y="187678"/>
                        <a:pt x="42382" y="174803"/>
                        <a:pt x="61069" y="161301"/>
                      </a:cubicBezTo>
                      <a:cubicBezTo>
                        <a:pt x="144224" y="168455"/>
                        <a:pt x="145476" y="184191"/>
                        <a:pt x="135372" y="201001"/>
                      </a:cubicBezTo>
                      <a:lnTo>
                        <a:pt x="134656" y="201985"/>
                      </a:lnTo>
                      <a:close/>
                      <a:moveTo>
                        <a:pt x="108011" y="122764"/>
                      </a:moveTo>
                      <a:cubicBezTo>
                        <a:pt x="121960" y="109710"/>
                        <a:pt x="134120" y="96477"/>
                        <a:pt x="144403" y="83422"/>
                      </a:cubicBezTo>
                      <a:cubicBezTo>
                        <a:pt x="196173" y="91470"/>
                        <a:pt x="195815" y="105150"/>
                        <a:pt x="187231" y="119456"/>
                      </a:cubicBezTo>
                      <a:lnTo>
                        <a:pt x="185175" y="122675"/>
                      </a:lnTo>
                      <a:cubicBezTo>
                        <a:pt x="181151" y="128666"/>
                        <a:pt x="176323" y="134746"/>
                        <a:pt x="173819" y="140558"/>
                      </a:cubicBezTo>
                      <a:lnTo>
                        <a:pt x="161301" y="160228"/>
                      </a:lnTo>
                      <a:cubicBezTo>
                        <a:pt x="170422" y="145028"/>
                        <a:pt x="170243" y="130633"/>
                        <a:pt x="108011" y="122764"/>
                      </a:cubicBezTo>
                      <a:lnTo>
                        <a:pt x="108011" y="122764"/>
                      </a:lnTo>
                      <a:close/>
                      <a:moveTo>
                        <a:pt x="170422" y="42740"/>
                      </a:moveTo>
                      <a:cubicBezTo>
                        <a:pt x="177843" y="27271"/>
                        <a:pt x="181867" y="12786"/>
                        <a:pt x="181777" y="0"/>
                      </a:cubicBezTo>
                      <a:cubicBezTo>
                        <a:pt x="247943" y="7689"/>
                        <a:pt x="248301" y="22443"/>
                        <a:pt x="239002" y="38001"/>
                      </a:cubicBezTo>
                      <a:lnTo>
                        <a:pt x="236945" y="41219"/>
                      </a:lnTo>
                      <a:cubicBezTo>
                        <a:pt x="232922" y="47210"/>
                        <a:pt x="228093" y="53290"/>
                        <a:pt x="225590" y="59102"/>
                      </a:cubicBezTo>
                      <a:lnTo>
                        <a:pt x="213072" y="78773"/>
                      </a:lnTo>
                      <a:cubicBezTo>
                        <a:pt x="221655" y="64467"/>
                        <a:pt x="222013" y="50876"/>
                        <a:pt x="170422" y="42829"/>
                      </a:cubicBezTo>
                      <a:lnTo>
                        <a:pt x="170422" y="42829"/>
                      </a:lnTo>
                      <a:close/>
                      <a:moveTo>
                        <a:pt x="211016" y="81902"/>
                      </a:moveTo>
                      <a:lnTo>
                        <a:pt x="199660" y="99785"/>
                      </a:lnTo>
                      <a:cubicBezTo>
                        <a:pt x="202163" y="93973"/>
                        <a:pt x="206992" y="87893"/>
                        <a:pt x="211016" y="81902"/>
                      </a:cubicBezTo>
                      <a:lnTo>
                        <a:pt x="211016" y="81902"/>
                      </a:lnTo>
                      <a:close/>
                      <a:moveTo>
                        <a:pt x="159245" y="163448"/>
                      </a:moveTo>
                      <a:lnTo>
                        <a:pt x="147889" y="181330"/>
                      </a:lnTo>
                      <a:cubicBezTo>
                        <a:pt x="150393" y="175518"/>
                        <a:pt x="155221" y="169438"/>
                        <a:pt x="159245" y="163448"/>
                      </a:cubicBezTo>
                      <a:lnTo>
                        <a:pt x="159245" y="163448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7" name="Google Shape;1097;p20"/>
            <p:cNvGrpSpPr/>
            <p:nvPr/>
          </p:nvGrpSpPr>
          <p:grpSpPr>
            <a:xfrm>
              <a:off x="5532440" y="3809106"/>
              <a:ext cx="3642088" cy="1281210"/>
              <a:chOff x="5532440" y="3574260"/>
              <a:chExt cx="3642088" cy="1281210"/>
            </a:xfrm>
          </p:grpSpPr>
          <p:sp>
            <p:nvSpPr>
              <p:cNvPr id="1098" name="Google Shape;1098;p20"/>
              <p:cNvSpPr/>
              <p:nvPr/>
            </p:nvSpPr>
            <p:spPr>
              <a:xfrm>
                <a:off x="6132460" y="3769929"/>
                <a:ext cx="3038376" cy="1085540"/>
              </a:xfrm>
              <a:custGeom>
                <a:rect b="b" l="l" r="r" t="t"/>
                <a:pathLst>
                  <a:path extrusionOk="0" h="323318" w="904952">
                    <a:moveTo>
                      <a:pt x="898961" y="312589"/>
                    </a:moveTo>
                    <a:cubicBezTo>
                      <a:pt x="863822" y="315808"/>
                      <a:pt x="819115" y="318490"/>
                      <a:pt x="762874" y="320725"/>
                    </a:cubicBezTo>
                    <a:lnTo>
                      <a:pt x="898783" y="323319"/>
                    </a:lnTo>
                    <a:lnTo>
                      <a:pt x="898961" y="312499"/>
                    </a:lnTo>
                    <a:close/>
                    <a:moveTo>
                      <a:pt x="90" y="306062"/>
                    </a:moveTo>
                    <a:lnTo>
                      <a:pt x="81724" y="307671"/>
                    </a:lnTo>
                    <a:cubicBezTo>
                      <a:pt x="141899" y="275125"/>
                      <a:pt x="255096" y="278522"/>
                      <a:pt x="432671" y="269581"/>
                    </a:cubicBezTo>
                    <a:cubicBezTo>
                      <a:pt x="673461" y="257421"/>
                      <a:pt x="338966" y="157099"/>
                      <a:pt x="625267" y="147353"/>
                    </a:cubicBezTo>
                    <a:cubicBezTo>
                      <a:pt x="800696" y="141362"/>
                      <a:pt x="877592" y="131885"/>
                      <a:pt x="902717" y="116774"/>
                    </a:cubicBezTo>
                    <a:lnTo>
                      <a:pt x="903342" y="84406"/>
                    </a:lnTo>
                    <a:cubicBezTo>
                      <a:pt x="902359" y="83244"/>
                      <a:pt x="901286" y="82081"/>
                      <a:pt x="900124" y="80829"/>
                    </a:cubicBezTo>
                    <a:cubicBezTo>
                      <a:pt x="891540" y="71709"/>
                      <a:pt x="894401" y="66076"/>
                      <a:pt x="903700" y="62679"/>
                    </a:cubicBezTo>
                    <a:lnTo>
                      <a:pt x="904952" y="0"/>
                    </a:lnTo>
                    <a:cubicBezTo>
                      <a:pt x="874015" y="536"/>
                      <a:pt x="850320" y="5633"/>
                      <a:pt x="866236" y="22532"/>
                    </a:cubicBezTo>
                    <a:cubicBezTo>
                      <a:pt x="901643" y="60264"/>
                      <a:pt x="877681" y="79310"/>
                      <a:pt x="591290" y="89056"/>
                    </a:cubicBezTo>
                    <a:cubicBezTo>
                      <a:pt x="304989" y="98802"/>
                      <a:pt x="639573" y="199034"/>
                      <a:pt x="398694" y="211284"/>
                    </a:cubicBezTo>
                    <a:cubicBezTo>
                      <a:pt x="157904" y="223444"/>
                      <a:pt x="35676" y="212804"/>
                      <a:pt x="3040" y="299982"/>
                    </a:cubicBezTo>
                    <a:cubicBezTo>
                      <a:pt x="2235" y="302038"/>
                      <a:pt x="1162" y="304094"/>
                      <a:pt x="0" y="306062"/>
                    </a:cubicBezTo>
                    <a:lnTo>
                      <a:pt x="0" y="306062"/>
                    </a:lnTo>
                    <a:close/>
                    <a:moveTo>
                      <a:pt x="541308" y="316523"/>
                    </a:moveTo>
                    <a:lnTo>
                      <a:pt x="575464" y="317149"/>
                    </a:lnTo>
                    <a:cubicBezTo>
                      <a:pt x="561068" y="291845"/>
                      <a:pt x="561694" y="268329"/>
                      <a:pt x="693043" y="263858"/>
                    </a:cubicBezTo>
                    <a:cubicBezTo>
                      <a:pt x="789072" y="260550"/>
                      <a:pt x="855596" y="256259"/>
                      <a:pt x="900213" y="250536"/>
                    </a:cubicBezTo>
                    <a:lnTo>
                      <a:pt x="901465" y="186606"/>
                    </a:lnTo>
                    <a:cubicBezTo>
                      <a:pt x="859620" y="195279"/>
                      <a:pt x="784602" y="201359"/>
                      <a:pt x="659244" y="205561"/>
                    </a:cubicBezTo>
                    <a:cubicBezTo>
                      <a:pt x="417113" y="213787"/>
                      <a:pt x="618919" y="286749"/>
                      <a:pt x="541397" y="316434"/>
                    </a:cubicBezTo>
                    <a:lnTo>
                      <a:pt x="541397" y="31643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20"/>
              <p:cNvSpPr/>
              <p:nvPr/>
            </p:nvSpPr>
            <p:spPr>
              <a:xfrm>
                <a:off x="5532440" y="3574260"/>
                <a:ext cx="3642088" cy="1272533"/>
              </a:xfrm>
              <a:custGeom>
                <a:rect b="b" l="l" r="r" t="t"/>
                <a:pathLst>
                  <a:path extrusionOk="0" h="379012" w="1084762">
                    <a:moveTo>
                      <a:pt x="941611" y="379013"/>
                    </a:moveTo>
                    <a:cubicBezTo>
                      <a:pt x="997852" y="376777"/>
                      <a:pt x="1042559" y="374095"/>
                      <a:pt x="1077698" y="370876"/>
                    </a:cubicBezTo>
                    <a:lnTo>
                      <a:pt x="1078861" y="308823"/>
                    </a:lnTo>
                    <a:cubicBezTo>
                      <a:pt x="1034243" y="314546"/>
                      <a:pt x="967720" y="318927"/>
                      <a:pt x="871690" y="322146"/>
                    </a:cubicBezTo>
                    <a:cubicBezTo>
                      <a:pt x="740432" y="326616"/>
                      <a:pt x="739716" y="350132"/>
                      <a:pt x="754111" y="375436"/>
                    </a:cubicBezTo>
                    <a:lnTo>
                      <a:pt x="941522" y="379013"/>
                    </a:lnTo>
                    <a:close/>
                    <a:moveTo>
                      <a:pt x="90" y="360862"/>
                    </a:moveTo>
                    <a:lnTo>
                      <a:pt x="178737" y="364349"/>
                    </a:lnTo>
                    <a:cubicBezTo>
                      <a:pt x="179989" y="362382"/>
                      <a:pt x="181062" y="360325"/>
                      <a:pt x="181777" y="358269"/>
                    </a:cubicBezTo>
                    <a:cubicBezTo>
                      <a:pt x="214323" y="271180"/>
                      <a:pt x="336552" y="281731"/>
                      <a:pt x="577431" y="269571"/>
                    </a:cubicBezTo>
                    <a:cubicBezTo>
                      <a:pt x="818310" y="257411"/>
                      <a:pt x="483726" y="157089"/>
                      <a:pt x="770027" y="147343"/>
                    </a:cubicBezTo>
                    <a:cubicBezTo>
                      <a:pt x="1056329" y="137597"/>
                      <a:pt x="1080292" y="118552"/>
                      <a:pt x="1044973" y="80819"/>
                    </a:cubicBezTo>
                    <a:cubicBezTo>
                      <a:pt x="1029057" y="63920"/>
                      <a:pt x="1052752" y="58734"/>
                      <a:pt x="1083689" y="58287"/>
                    </a:cubicBezTo>
                    <a:lnTo>
                      <a:pt x="1084762" y="973"/>
                    </a:lnTo>
                    <a:cubicBezTo>
                      <a:pt x="1041307" y="-1620"/>
                      <a:pt x="989447" y="-457"/>
                      <a:pt x="1011085" y="22611"/>
                    </a:cubicBezTo>
                    <a:cubicBezTo>
                      <a:pt x="1046493" y="60344"/>
                      <a:pt x="1022530" y="79389"/>
                      <a:pt x="736139" y="89135"/>
                    </a:cubicBezTo>
                    <a:cubicBezTo>
                      <a:pt x="449838" y="98881"/>
                      <a:pt x="784423" y="199202"/>
                      <a:pt x="543543" y="211363"/>
                    </a:cubicBezTo>
                    <a:cubicBezTo>
                      <a:pt x="302664" y="223523"/>
                      <a:pt x="180525" y="212883"/>
                      <a:pt x="147889" y="300061"/>
                    </a:cubicBezTo>
                    <a:cubicBezTo>
                      <a:pt x="136445" y="330730"/>
                      <a:pt x="74928" y="349506"/>
                      <a:pt x="0" y="361041"/>
                    </a:cubicBezTo>
                    <a:lnTo>
                      <a:pt x="0" y="361041"/>
                    </a:lnTo>
                    <a:close/>
                    <a:moveTo>
                      <a:pt x="260371" y="365869"/>
                    </a:moveTo>
                    <a:lnTo>
                      <a:pt x="719956" y="374721"/>
                    </a:lnTo>
                    <a:cubicBezTo>
                      <a:pt x="797477" y="345036"/>
                      <a:pt x="595671" y="272074"/>
                      <a:pt x="837803" y="263848"/>
                    </a:cubicBezTo>
                    <a:cubicBezTo>
                      <a:pt x="963160" y="259556"/>
                      <a:pt x="1038267" y="253476"/>
                      <a:pt x="1080023" y="244893"/>
                    </a:cubicBezTo>
                    <a:lnTo>
                      <a:pt x="1081364" y="175061"/>
                    </a:lnTo>
                    <a:cubicBezTo>
                      <a:pt x="1056239" y="190172"/>
                      <a:pt x="979254" y="199650"/>
                      <a:pt x="803915" y="205640"/>
                    </a:cubicBezTo>
                    <a:cubicBezTo>
                      <a:pt x="517614" y="215386"/>
                      <a:pt x="852109" y="315619"/>
                      <a:pt x="611319" y="327868"/>
                    </a:cubicBezTo>
                    <a:cubicBezTo>
                      <a:pt x="433744" y="336810"/>
                      <a:pt x="320546" y="333412"/>
                      <a:pt x="260371" y="365958"/>
                    </a:cubicBezTo>
                    <a:lnTo>
                      <a:pt x="260371" y="365958"/>
                    </a:lnTo>
                    <a:close/>
                    <a:moveTo>
                      <a:pt x="1082079" y="142604"/>
                    </a:moveTo>
                    <a:lnTo>
                      <a:pt x="1082527" y="120877"/>
                    </a:lnTo>
                    <a:cubicBezTo>
                      <a:pt x="1073228" y="124274"/>
                      <a:pt x="1070366" y="129907"/>
                      <a:pt x="1078950" y="139027"/>
                    </a:cubicBezTo>
                    <a:cubicBezTo>
                      <a:pt x="1080113" y="140279"/>
                      <a:pt x="1081185" y="141441"/>
                      <a:pt x="1082169" y="142604"/>
                    </a:cubicBezTo>
                    <a:lnTo>
                      <a:pt x="1082169" y="1426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20"/>
              <p:cNvSpPr/>
              <p:nvPr/>
            </p:nvSpPr>
            <p:spPr>
              <a:xfrm>
                <a:off x="6142964" y="4509527"/>
                <a:ext cx="646943" cy="292999"/>
              </a:xfrm>
              <a:custGeom>
                <a:rect b="b" l="l" r="r" t="t"/>
                <a:pathLst>
                  <a:path extrusionOk="0" h="87267" w="192686">
                    <a:moveTo>
                      <a:pt x="3666" y="85837"/>
                    </a:moveTo>
                    <a:lnTo>
                      <a:pt x="78595" y="87267"/>
                    </a:lnTo>
                    <a:cubicBezTo>
                      <a:pt x="100500" y="75465"/>
                      <a:pt x="129292" y="68312"/>
                      <a:pt x="165683" y="63752"/>
                    </a:cubicBezTo>
                    <a:cubicBezTo>
                      <a:pt x="172747" y="42829"/>
                      <a:pt x="181956" y="21459"/>
                      <a:pt x="192686" y="0"/>
                    </a:cubicBezTo>
                    <a:cubicBezTo>
                      <a:pt x="83155" y="6885"/>
                      <a:pt x="21727" y="21638"/>
                      <a:pt x="0" y="79578"/>
                    </a:cubicBezTo>
                    <a:lnTo>
                      <a:pt x="3666" y="858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20"/>
              <p:cNvSpPr/>
              <p:nvPr/>
            </p:nvSpPr>
            <p:spPr>
              <a:xfrm>
                <a:off x="6029504" y="4302715"/>
                <a:ext cx="876297" cy="504944"/>
              </a:xfrm>
              <a:custGeom>
                <a:rect b="b" l="l" r="r" t="t"/>
                <a:pathLst>
                  <a:path extrusionOk="0" h="150393" w="260997">
                    <a:moveTo>
                      <a:pt x="112393" y="148873"/>
                    </a:moveTo>
                    <a:lnTo>
                      <a:pt x="192060" y="150393"/>
                    </a:lnTo>
                    <a:cubicBezTo>
                      <a:pt x="194116" y="142167"/>
                      <a:pt x="196620" y="133762"/>
                      <a:pt x="199481" y="125357"/>
                    </a:cubicBezTo>
                    <a:cubicBezTo>
                      <a:pt x="163090" y="130007"/>
                      <a:pt x="134298" y="137070"/>
                      <a:pt x="112393" y="148873"/>
                    </a:cubicBezTo>
                    <a:lnTo>
                      <a:pt x="112393" y="148873"/>
                    </a:lnTo>
                    <a:close/>
                    <a:moveTo>
                      <a:pt x="226484" y="61606"/>
                    </a:moveTo>
                    <a:cubicBezTo>
                      <a:pt x="236766" y="41041"/>
                      <a:pt x="248569" y="20386"/>
                      <a:pt x="260997" y="0"/>
                    </a:cubicBezTo>
                    <a:cubicBezTo>
                      <a:pt x="108011" y="6259"/>
                      <a:pt x="25841" y="13859"/>
                      <a:pt x="0" y="82976"/>
                    </a:cubicBezTo>
                    <a:lnTo>
                      <a:pt x="33887" y="141273"/>
                    </a:lnTo>
                    <a:cubicBezTo>
                      <a:pt x="55525" y="83333"/>
                      <a:pt x="116953" y="68580"/>
                      <a:pt x="226573" y="61695"/>
                    </a:cubicBezTo>
                    <a:lnTo>
                      <a:pt x="226573" y="61695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20"/>
              <p:cNvSpPr/>
              <p:nvPr/>
            </p:nvSpPr>
            <p:spPr>
              <a:xfrm>
                <a:off x="7702236" y="4082097"/>
                <a:ext cx="992537" cy="764620"/>
              </a:xfrm>
              <a:custGeom>
                <a:rect b="b" l="l" r="r" t="t"/>
                <a:pathLst>
                  <a:path extrusionOk="0" h="227735" w="295618">
                    <a:moveTo>
                      <a:pt x="295261" y="227736"/>
                    </a:moveTo>
                    <a:lnTo>
                      <a:pt x="295618" y="227736"/>
                    </a:lnTo>
                    <a:cubicBezTo>
                      <a:pt x="295618" y="227736"/>
                      <a:pt x="295618" y="227736"/>
                      <a:pt x="295618" y="227736"/>
                    </a:cubicBezTo>
                    <a:lnTo>
                      <a:pt x="295261" y="227736"/>
                    </a:lnTo>
                    <a:close/>
                    <a:moveTo>
                      <a:pt x="212553" y="171316"/>
                    </a:moveTo>
                    <a:cubicBezTo>
                      <a:pt x="189217" y="153076"/>
                      <a:pt x="168025" y="134120"/>
                      <a:pt x="149338" y="114985"/>
                    </a:cubicBezTo>
                    <a:cubicBezTo>
                      <a:pt x="62339" y="122586"/>
                      <a:pt x="61355" y="142704"/>
                      <a:pt x="73158" y="164431"/>
                    </a:cubicBezTo>
                    <a:lnTo>
                      <a:pt x="75751" y="168991"/>
                    </a:lnTo>
                    <a:cubicBezTo>
                      <a:pt x="81026" y="177664"/>
                      <a:pt x="87464" y="186427"/>
                      <a:pt x="90594" y="194563"/>
                    </a:cubicBezTo>
                    <a:lnTo>
                      <a:pt x="106956" y="222639"/>
                    </a:lnTo>
                    <a:cubicBezTo>
                      <a:pt x="93812" y="198766"/>
                      <a:pt x="96316" y="176770"/>
                      <a:pt x="212464" y="171316"/>
                    </a:cubicBezTo>
                    <a:lnTo>
                      <a:pt x="212464" y="171316"/>
                    </a:lnTo>
                    <a:close/>
                    <a:moveTo>
                      <a:pt x="100787" y="58208"/>
                    </a:moveTo>
                    <a:cubicBezTo>
                      <a:pt x="86212" y="38179"/>
                      <a:pt x="74767" y="18509"/>
                      <a:pt x="66720" y="0"/>
                    </a:cubicBezTo>
                    <a:cubicBezTo>
                      <a:pt x="-5615" y="8494"/>
                      <a:pt x="-5794" y="27450"/>
                      <a:pt x="5383" y="47925"/>
                    </a:cubicBezTo>
                    <a:lnTo>
                      <a:pt x="8065" y="52486"/>
                    </a:lnTo>
                    <a:cubicBezTo>
                      <a:pt x="13340" y="61159"/>
                      <a:pt x="19778" y="69921"/>
                      <a:pt x="22908" y="78058"/>
                    </a:cubicBezTo>
                    <a:lnTo>
                      <a:pt x="39270" y="106223"/>
                    </a:lnTo>
                    <a:cubicBezTo>
                      <a:pt x="28094" y="85837"/>
                      <a:pt x="28273" y="66792"/>
                      <a:pt x="100787" y="58297"/>
                    </a:cubicBezTo>
                    <a:lnTo>
                      <a:pt x="100787" y="58297"/>
                    </a:lnTo>
                    <a:close/>
                    <a:moveTo>
                      <a:pt x="41863" y="110694"/>
                    </a:moveTo>
                    <a:lnTo>
                      <a:pt x="56796" y="136266"/>
                    </a:lnTo>
                    <a:cubicBezTo>
                      <a:pt x="53576" y="128040"/>
                      <a:pt x="47139" y="119277"/>
                      <a:pt x="41863" y="110694"/>
                    </a:cubicBezTo>
                    <a:lnTo>
                      <a:pt x="41863" y="1106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20"/>
              <p:cNvSpPr/>
              <p:nvPr/>
            </p:nvSpPr>
            <p:spPr>
              <a:xfrm>
                <a:off x="7588431" y="3880089"/>
                <a:ext cx="1106360" cy="966658"/>
              </a:xfrm>
              <a:custGeom>
                <a:rect b="b" l="l" r="r" t="t"/>
                <a:pathLst>
                  <a:path extrusionOk="0" h="287910" w="329519">
                    <a:moveTo>
                      <a:pt x="141752" y="284334"/>
                    </a:moveTo>
                    <a:lnTo>
                      <a:pt x="329162" y="287911"/>
                    </a:lnTo>
                    <a:lnTo>
                      <a:pt x="329519" y="287911"/>
                    </a:lnTo>
                    <a:cubicBezTo>
                      <a:pt x="299566" y="270386"/>
                      <a:pt x="271759" y="251341"/>
                      <a:pt x="246455" y="231491"/>
                    </a:cubicBezTo>
                    <a:cubicBezTo>
                      <a:pt x="130307" y="236945"/>
                      <a:pt x="127803" y="258852"/>
                      <a:pt x="140947" y="282814"/>
                    </a:cubicBezTo>
                    <a:lnTo>
                      <a:pt x="141752" y="284245"/>
                    </a:lnTo>
                    <a:close/>
                    <a:moveTo>
                      <a:pt x="183150" y="175250"/>
                    </a:moveTo>
                    <a:cubicBezTo>
                      <a:pt x="164463" y="156295"/>
                      <a:pt x="148190" y="137160"/>
                      <a:pt x="134688" y="118473"/>
                    </a:cubicBezTo>
                    <a:cubicBezTo>
                      <a:pt x="62174" y="126967"/>
                      <a:pt x="61906" y="146012"/>
                      <a:pt x="73172" y="166398"/>
                    </a:cubicBezTo>
                    <a:lnTo>
                      <a:pt x="75764" y="170958"/>
                    </a:lnTo>
                    <a:cubicBezTo>
                      <a:pt x="81040" y="179631"/>
                      <a:pt x="87478" y="188394"/>
                      <a:pt x="90697" y="196531"/>
                    </a:cubicBezTo>
                    <a:lnTo>
                      <a:pt x="107059" y="224696"/>
                    </a:lnTo>
                    <a:cubicBezTo>
                      <a:pt x="95168" y="202968"/>
                      <a:pt x="96240" y="182940"/>
                      <a:pt x="183239" y="175250"/>
                    </a:cubicBezTo>
                    <a:lnTo>
                      <a:pt x="183239" y="175250"/>
                    </a:lnTo>
                    <a:close/>
                    <a:moveTo>
                      <a:pt x="100622" y="60265"/>
                    </a:moveTo>
                    <a:cubicBezTo>
                      <a:pt x="91054" y="38269"/>
                      <a:pt x="86405" y="17793"/>
                      <a:pt x="87031" y="0"/>
                    </a:cubicBezTo>
                    <a:cubicBezTo>
                      <a:pt x="-5512" y="7242"/>
                      <a:pt x="-6764" y="27718"/>
                      <a:pt x="5396" y="49893"/>
                    </a:cubicBezTo>
                    <a:lnTo>
                      <a:pt x="8079" y="54453"/>
                    </a:lnTo>
                    <a:cubicBezTo>
                      <a:pt x="13354" y="63126"/>
                      <a:pt x="19792" y="71888"/>
                      <a:pt x="22921" y="80025"/>
                    </a:cubicBezTo>
                    <a:lnTo>
                      <a:pt x="39284" y="108190"/>
                    </a:lnTo>
                    <a:cubicBezTo>
                      <a:pt x="28108" y="87804"/>
                      <a:pt x="28286" y="68759"/>
                      <a:pt x="100622" y="60265"/>
                    </a:cubicBezTo>
                    <a:lnTo>
                      <a:pt x="100622" y="60265"/>
                    </a:lnTo>
                    <a:close/>
                    <a:moveTo>
                      <a:pt x="41967" y="112661"/>
                    </a:moveTo>
                    <a:lnTo>
                      <a:pt x="56809" y="138233"/>
                    </a:lnTo>
                    <a:cubicBezTo>
                      <a:pt x="53590" y="130007"/>
                      <a:pt x="47152" y="121244"/>
                      <a:pt x="41967" y="112661"/>
                    </a:cubicBezTo>
                    <a:lnTo>
                      <a:pt x="41967" y="112661"/>
                    </a:lnTo>
                    <a:close/>
                    <a:moveTo>
                      <a:pt x="109652" y="229166"/>
                    </a:moveTo>
                    <a:lnTo>
                      <a:pt x="124495" y="254739"/>
                    </a:lnTo>
                    <a:cubicBezTo>
                      <a:pt x="121366" y="246513"/>
                      <a:pt x="114838" y="237750"/>
                      <a:pt x="109652" y="229166"/>
                    </a:cubicBezTo>
                    <a:lnTo>
                      <a:pt x="109652" y="229166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4" name="Google Shape;1104;p20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1105" name="Google Shape;1105;p20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1106" name="Google Shape;1106;p20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07" name="Google Shape;1107;p20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108" name="Google Shape;1108;p20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20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20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20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20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20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20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20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20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20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20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9" name="Google Shape;1119;p20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0" name="Google Shape;1120;p20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1" name="Google Shape;1121;p20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2" name="Google Shape;1122;p20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3" name="Google Shape;1123;p20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20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20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20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7" name="Google Shape;1127;p20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8" name="Google Shape;1128;p20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9" name="Google Shape;1129;p20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20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1" name="Google Shape;1131;p20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2" name="Google Shape;1132;p20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1133" name="Google Shape;1133;p20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34" name="Google Shape;1134;p20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135" name="Google Shape;1135;p20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20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7" name="Google Shape;1137;p20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8" name="Google Shape;1138;p20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9" name="Google Shape;1139;p20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20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20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20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3" name="Google Shape;1143;p20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4" name="Google Shape;1144;p20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5" name="Google Shape;1145;p20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6" name="Google Shape;1146;p20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20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8" name="Google Shape;1148;p20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9" name="Google Shape;1149;p20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20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20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2" name="Google Shape;1152;p20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3" name="Google Shape;1153;p20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4" name="Google Shape;1154;p20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5" name="Google Shape;1155;p20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6" name="Google Shape;1156;p20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7" name="Google Shape;1157;p20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8" name="Google Shape;1158;p20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9" name="Google Shape;115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60" name="Google Shape;1160;p20"/>
          <p:cNvSpPr txBox="1"/>
          <p:nvPr>
            <p:ph idx="1" type="subTitle"/>
          </p:nvPr>
        </p:nvSpPr>
        <p:spPr>
          <a:xfrm>
            <a:off x="4487403" y="1787213"/>
            <a:ext cx="32541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20"/>
          <p:cNvSpPr txBox="1"/>
          <p:nvPr>
            <p:ph idx="2" type="subTitle"/>
          </p:nvPr>
        </p:nvSpPr>
        <p:spPr>
          <a:xfrm>
            <a:off x="713225" y="1787213"/>
            <a:ext cx="32541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oogle Shape;1163;p21"/>
          <p:cNvGrpSpPr/>
          <p:nvPr/>
        </p:nvGrpSpPr>
        <p:grpSpPr>
          <a:xfrm>
            <a:off x="-17948" y="3809106"/>
            <a:ext cx="9192476" cy="1281210"/>
            <a:chOff x="-17948" y="3809106"/>
            <a:chExt cx="9192476" cy="1281210"/>
          </a:xfrm>
        </p:grpSpPr>
        <p:grpSp>
          <p:nvGrpSpPr>
            <p:cNvPr id="1164" name="Google Shape;1164;p21"/>
            <p:cNvGrpSpPr/>
            <p:nvPr/>
          </p:nvGrpSpPr>
          <p:grpSpPr>
            <a:xfrm>
              <a:off x="-17948" y="4032389"/>
              <a:ext cx="2596774" cy="966067"/>
              <a:chOff x="-49178" y="3956189"/>
              <a:chExt cx="2596774" cy="966067"/>
            </a:xfrm>
          </p:grpSpPr>
          <p:sp>
            <p:nvSpPr>
              <p:cNvPr id="1165" name="Google Shape;1165;p21"/>
              <p:cNvSpPr/>
              <p:nvPr/>
            </p:nvSpPr>
            <p:spPr>
              <a:xfrm>
                <a:off x="-49168" y="4082106"/>
                <a:ext cx="2166581" cy="819559"/>
              </a:xfrm>
              <a:custGeom>
                <a:rect b="b" l="l" r="r" t="t"/>
                <a:pathLst>
                  <a:path extrusionOk="0" h="244098" w="645296">
                    <a:moveTo>
                      <a:pt x="179" y="223891"/>
                    </a:moveTo>
                    <a:cubicBezTo>
                      <a:pt x="25304" y="227199"/>
                      <a:pt x="57314" y="230329"/>
                      <a:pt x="97640" y="233548"/>
                    </a:cubicBezTo>
                    <a:lnTo>
                      <a:pt x="0" y="231670"/>
                    </a:lnTo>
                    <a:lnTo>
                      <a:pt x="179" y="223980"/>
                    </a:lnTo>
                    <a:close/>
                    <a:moveTo>
                      <a:pt x="645207" y="244098"/>
                    </a:moveTo>
                    <a:lnTo>
                      <a:pt x="586641" y="242936"/>
                    </a:lnTo>
                    <a:cubicBezTo>
                      <a:pt x="544348" y="217990"/>
                      <a:pt x="463161" y="217274"/>
                      <a:pt x="335926" y="205919"/>
                    </a:cubicBezTo>
                    <a:cubicBezTo>
                      <a:pt x="163537" y="190629"/>
                      <a:pt x="406294" y="128040"/>
                      <a:pt x="201091" y="113197"/>
                    </a:cubicBezTo>
                    <a:cubicBezTo>
                      <a:pt x="75465" y="104077"/>
                      <a:pt x="20565" y="95136"/>
                      <a:pt x="2861" y="83691"/>
                    </a:cubicBezTo>
                    <a:lnTo>
                      <a:pt x="3308" y="60533"/>
                    </a:lnTo>
                    <a:cubicBezTo>
                      <a:pt x="4113" y="59728"/>
                      <a:pt x="4918" y="58834"/>
                      <a:pt x="5723" y="58029"/>
                    </a:cubicBezTo>
                    <a:cubicBezTo>
                      <a:pt x="12161" y="51770"/>
                      <a:pt x="10193" y="47657"/>
                      <a:pt x="3577" y="44885"/>
                    </a:cubicBezTo>
                    <a:lnTo>
                      <a:pt x="4471" y="0"/>
                    </a:lnTo>
                    <a:cubicBezTo>
                      <a:pt x="26646" y="1252"/>
                      <a:pt x="43455" y="5544"/>
                      <a:pt x="31653" y="17257"/>
                    </a:cubicBezTo>
                    <a:cubicBezTo>
                      <a:pt x="5276" y="43276"/>
                      <a:pt x="21906" y="57582"/>
                      <a:pt x="227110" y="72425"/>
                    </a:cubicBezTo>
                    <a:cubicBezTo>
                      <a:pt x="432224" y="87357"/>
                      <a:pt x="189467" y="149857"/>
                      <a:pt x="361856" y="165236"/>
                    </a:cubicBezTo>
                    <a:cubicBezTo>
                      <a:pt x="534244" y="180525"/>
                      <a:pt x="622317" y="176412"/>
                      <a:pt x="643239" y="239628"/>
                    </a:cubicBezTo>
                    <a:cubicBezTo>
                      <a:pt x="643776" y="241148"/>
                      <a:pt x="644402" y="242668"/>
                      <a:pt x="645296" y="244098"/>
                    </a:cubicBezTo>
                    <a:lnTo>
                      <a:pt x="645296" y="244098"/>
                    </a:lnTo>
                    <a:close/>
                    <a:moveTo>
                      <a:pt x="256616" y="236588"/>
                    </a:moveTo>
                    <a:lnTo>
                      <a:pt x="232117" y="236141"/>
                    </a:lnTo>
                    <a:cubicBezTo>
                      <a:pt x="243115" y="218437"/>
                      <a:pt x="243294" y="201538"/>
                      <a:pt x="149231" y="194742"/>
                    </a:cubicBezTo>
                    <a:cubicBezTo>
                      <a:pt x="80383" y="189735"/>
                      <a:pt x="32815" y="184817"/>
                      <a:pt x="984" y="179453"/>
                    </a:cubicBezTo>
                    <a:lnTo>
                      <a:pt x="1878" y="133673"/>
                    </a:lnTo>
                    <a:cubicBezTo>
                      <a:pt x="31653" y="141005"/>
                      <a:pt x="85301" y="147442"/>
                      <a:pt x="175161" y="153970"/>
                    </a:cubicBezTo>
                    <a:cubicBezTo>
                      <a:pt x="348623" y="166577"/>
                      <a:pt x="201806" y="213251"/>
                      <a:pt x="256616" y="236588"/>
                    </a:cubicBezTo>
                    <a:lnTo>
                      <a:pt x="256616" y="23658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66" name="Google Shape;1166;p21"/>
              <p:cNvGrpSpPr/>
              <p:nvPr/>
            </p:nvGrpSpPr>
            <p:grpSpPr>
              <a:xfrm>
                <a:off x="-49178" y="3956189"/>
                <a:ext cx="2596774" cy="966067"/>
                <a:chOff x="-26692" y="3843763"/>
                <a:chExt cx="2596774" cy="966067"/>
              </a:xfrm>
            </p:grpSpPr>
            <p:sp>
              <p:nvSpPr>
                <p:cNvPr id="1167" name="Google Shape;1167;p21"/>
                <p:cNvSpPr/>
                <p:nvPr/>
              </p:nvSpPr>
              <p:spPr>
                <a:xfrm>
                  <a:off x="-26692" y="3843763"/>
                  <a:ext cx="2596774" cy="966067"/>
                </a:xfrm>
                <a:custGeom>
                  <a:rect b="b" l="l" r="r" t="t"/>
                  <a:pathLst>
                    <a:path extrusionOk="0" h="287734" w="773425">
                      <a:moveTo>
                        <a:pt x="97461" y="274680"/>
                      </a:moveTo>
                      <a:cubicBezTo>
                        <a:pt x="57135" y="271550"/>
                        <a:pt x="25125" y="268332"/>
                        <a:pt x="0" y="265023"/>
                      </a:cubicBezTo>
                      <a:lnTo>
                        <a:pt x="894" y="220585"/>
                      </a:lnTo>
                      <a:cubicBezTo>
                        <a:pt x="32815" y="225950"/>
                        <a:pt x="80382" y="230867"/>
                        <a:pt x="149141" y="235875"/>
                      </a:cubicBezTo>
                      <a:cubicBezTo>
                        <a:pt x="243204" y="242670"/>
                        <a:pt x="243025" y="259569"/>
                        <a:pt x="232028" y="277273"/>
                      </a:cubicBezTo>
                      <a:lnTo>
                        <a:pt x="97461" y="274680"/>
                      </a:lnTo>
                      <a:close/>
                      <a:moveTo>
                        <a:pt x="773425" y="287734"/>
                      </a:moveTo>
                      <a:lnTo>
                        <a:pt x="645117" y="285231"/>
                      </a:lnTo>
                      <a:cubicBezTo>
                        <a:pt x="644312" y="283800"/>
                        <a:pt x="643597" y="282280"/>
                        <a:pt x="643060" y="280760"/>
                      </a:cubicBezTo>
                      <a:cubicBezTo>
                        <a:pt x="622138" y="217545"/>
                        <a:pt x="534065" y="221747"/>
                        <a:pt x="361677" y="206368"/>
                      </a:cubicBezTo>
                      <a:cubicBezTo>
                        <a:pt x="189288" y="190989"/>
                        <a:pt x="432045" y="128489"/>
                        <a:pt x="226931" y="113557"/>
                      </a:cubicBezTo>
                      <a:cubicBezTo>
                        <a:pt x="21817" y="98625"/>
                        <a:pt x="5097" y="84408"/>
                        <a:pt x="31474" y="58389"/>
                      </a:cubicBezTo>
                      <a:cubicBezTo>
                        <a:pt x="43365" y="46676"/>
                        <a:pt x="26467" y="42384"/>
                        <a:pt x="4292" y="41132"/>
                      </a:cubicBezTo>
                      <a:lnTo>
                        <a:pt x="5097" y="92"/>
                      </a:lnTo>
                      <a:cubicBezTo>
                        <a:pt x="36391" y="-534"/>
                        <a:pt x="73587" y="1701"/>
                        <a:pt x="57403" y="17617"/>
                      </a:cubicBezTo>
                      <a:cubicBezTo>
                        <a:pt x="30937" y="43636"/>
                        <a:pt x="47657" y="57942"/>
                        <a:pt x="252772" y="72874"/>
                      </a:cubicBezTo>
                      <a:cubicBezTo>
                        <a:pt x="457886" y="87717"/>
                        <a:pt x="215128" y="150306"/>
                        <a:pt x="387517" y="165596"/>
                      </a:cubicBezTo>
                      <a:cubicBezTo>
                        <a:pt x="559996" y="180975"/>
                        <a:pt x="647978" y="176772"/>
                        <a:pt x="668901" y="239987"/>
                      </a:cubicBezTo>
                      <a:cubicBezTo>
                        <a:pt x="676322" y="262251"/>
                        <a:pt x="719956" y="277362"/>
                        <a:pt x="773336" y="287645"/>
                      </a:cubicBezTo>
                      <a:lnTo>
                        <a:pt x="773336" y="287645"/>
                      </a:lnTo>
                      <a:close/>
                      <a:moveTo>
                        <a:pt x="586462" y="284158"/>
                      </a:moveTo>
                      <a:lnTo>
                        <a:pt x="256527" y="277809"/>
                      </a:lnTo>
                      <a:cubicBezTo>
                        <a:pt x="201716" y="254472"/>
                        <a:pt x="348533" y="207799"/>
                        <a:pt x="175071" y="195191"/>
                      </a:cubicBezTo>
                      <a:cubicBezTo>
                        <a:pt x="85211" y="188664"/>
                        <a:pt x="31563" y="182316"/>
                        <a:pt x="1788" y="174895"/>
                      </a:cubicBezTo>
                      <a:lnTo>
                        <a:pt x="2772" y="124913"/>
                      </a:lnTo>
                      <a:cubicBezTo>
                        <a:pt x="20386" y="136357"/>
                        <a:pt x="75375" y="145299"/>
                        <a:pt x="201001" y="154419"/>
                      </a:cubicBezTo>
                      <a:cubicBezTo>
                        <a:pt x="406205" y="169262"/>
                        <a:pt x="163358" y="231851"/>
                        <a:pt x="335836" y="247141"/>
                      </a:cubicBezTo>
                      <a:cubicBezTo>
                        <a:pt x="463071" y="258496"/>
                        <a:pt x="544259" y="259122"/>
                        <a:pt x="586551" y="284158"/>
                      </a:cubicBezTo>
                      <a:lnTo>
                        <a:pt x="586551" y="284158"/>
                      </a:lnTo>
                      <a:close/>
                      <a:moveTo>
                        <a:pt x="3129" y="101665"/>
                      </a:moveTo>
                      <a:lnTo>
                        <a:pt x="3398" y="86018"/>
                      </a:lnTo>
                      <a:cubicBezTo>
                        <a:pt x="10014" y="88700"/>
                        <a:pt x="11892" y="92903"/>
                        <a:pt x="5544" y="99162"/>
                      </a:cubicBezTo>
                      <a:cubicBezTo>
                        <a:pt x="4739" y="99966"/>
                        <a:pt x="3934" y="100860"/>
                        <a:pt x="3129" y="101665"/>
                      </a:cubicBezTo>
                      <a:lnTo>
                        <a:pt x="3129" y="10166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8" name="Google Shape;1168;p21"/>
                <p:cNvSpPr/>
                <p:nvPr/>
              </p:nvSpPr>
              <p:spPr>
                <a:xfrm>
                  <a:off x="1675518" y="4577063"/>
                  <a:ext cx="456610" cy="223952"/>
                </a:xfrm>
                <a:custGeom>
                  <a:rect b="b" l="l" r="r" t="t"/>
                  <a:pathLst>
                    <a:path extrusionOk="0" h="66702" w="135997">
                      <a:moveTo>
                        <a:pt x="133225" y="66703"/>
                      </a:moveTo>
                      <a:lnTo>
                        <a:pt x="79399" y="65629"/>
                      </a:lnTo>
                      <a:cubicBezTo>
                        <a:pt x="64020" y="56509"/>
                        <a:pt x="43544" y="50697"/>
                        <a:pt x="17614" y="46316"/>
                      </a:cubicBezTo>
                      <a:cubicBezTo>
                        <a:pt x="13143" y="31116"/>
                        <a:pt x="7063" y="15558"/>
                        <a:pt x="0" y="0"/>
                      </a:cubicBezTo>
                      <a:cubicBezTo>
                        <a:pt x="78415" y="7958"/>
                        <a:pt x="122049" y="20207"/>
                        <a:pt x="135997" y="62321"/>
                      </a:cubicBezTo>
                      <a:lnTo>
                        <a:pt x="133225" y="66703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9" name="Google Shape;1169;p21"/>
                <p:cNvSpPr/>
                <p:nvPr/>
              </p:nvSpPr>
              <p:spPr>
                <a:xfrm>
                  <a:off x="1598075" y="4425783"/>
                  <a:ext cx="621124" cy="371951"/>
                </a:xfrm>
                <a:custGeom>
                  <a:rect b="b" l="l" r="r" t="t"/>
                  <a:pathLst>
                    <a:path extrusionOk="0" h="110782" w="184996">
                      <a:moveTo>
                        <a:pt x="102468" y="110693"/>
                      </a:moveTo>
                      <a:lnTo>
                        <a:pt x="45243" y="109621"/>
                      </a:lnTo>
                      <a:cubicBezTo>
                        <a:pt x="43991" y="103630"/>
                        <a:pt x="42382" y="97550"/>
                        <a:pt x="40593" y="91470"/>
                      </a:cubicBezTo>
                      <a:cubicBezTo>
                        <a:pt x="66613" y="95851"/>
                        <a:pt x="87088" y="101663"/>
                        <a:pt x="102378" y="110783"/>
                      </a:cubicBezTo>
                      <a:lnTo>
                        <a:pt x="102378" y="110783"/>
                      </a:lnTo>
                      <a:close/>
                      <a:moveTo>
                        <a:pt x="23069" y="45064"/>
                      </a:moveTo>
                      <a:cubicBezTo>
                        <a:pt x="16184" y="30043"/>
                        <a:pt x="8405" y="14932"/>
                        <a:pt x="0" y="0"/>
                      </a:cubicBezTo>
                      <a:cubicBezTo>
                        <a:pt x="109531" y="8762"/>
                        <a:pt x="168365" y="16452"/>
                        <a:pt x="184996" y="66613"/>
                      </a:cubicBezTo>
                      <a:lnTo>
                        <a:pt x="159066" y="107385"/>
                      </a:lnTo>
                      <a:cubicBezTo>
                        <a:pt x="145118" y="65272"/>
                        <a:pt x="101484" y="53111"/>
                        <a:pt x="23069" y="45064"/>
                      </a:cubicBezTo>
                      <a:lnTo>
                        <a:pt x="23069" y="4506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0" name="Google Shape;1170;p21"/>
                <p:cNvSpPr/>
                <p:nvPr/>
              </p:nvSpPr>
              <p:spPr>
                <a:xfrm>
                  <a:off x="299581" y="4239681"/>
                  <a:ext cx="730216" cy="531660"/>
                </a:xfrm>
                <a:custGeom>
                  <a:rect b="b" l="l" r="r" t="t"/>
                  <a:pathLst>
                    <a:path extrusionOk="0" h="158350" w="217488">
                      <a:moveTo>
                        <a:pt x="269" y="156742"/>
                      </a:moveTo>
                      <a:lnTo>
                        <a:pt x="0" y="156742"/>
                      </a:lnTo>
                      <a:cubicBezTo>
                        <a:pt x="0" y="156742"/>
                        <a:pt x="0" y="156742"/>
                        <a:pt x="0" y="156742"/>
                      </a:cubicBezTo>
                      <a:lnTo>
                        <a:pt x="269" y="156742"/>
                      </a:lnTo>
                      <a:close/>
                      <a:moveTo>
                        <a:pt x="61159" y="118651"/>
                      </a:moveTo>
                      <a:cubicBezTo>
                        <a:pt x="78416" y="106223"/>
                        <a:pt x="94152" y="93258"/>
                        <a:pt x="108101" y="80114"/>
                      </a:cubicBezTo>
                      <a:cubicBezTo>
                        <a:pt x="170332" y="87983"/>
                        <a:pt x="170511" y="102378"/>
                        <a:pt x="161391" y="117578"/>
                      </a:cubicBezTo>
                      <a:lnTo>
                        <a:pt x="159335" y="120797"/>
                      </a:lnTo>
                      <a:cubicBezTo>
                        <a:pt x="155311" y="126877"/>
                        <a:pt x="150483" y="132958"/>
                        <a:pt x="147979" y="138680"/>
                      </a:cubicBezTo>
                      <a:lnTo>
                        <a:pt x="135461" y="158351"/>
                      </a:lnTo>
                      <a:cubicBezTo>
                        <a:pt x="145565" y="141541"/>
                        <a:pt x="144313" y="125805"/>
                        <a:pt x="61159" y="118651"/>
                      </a:cubicBezTo>
                      <a:lnTo>
                        <a:pt x="61159" y="118651"/>
                      </a:lnTo>
                      <a:close/>
                      <a:moveTo>
                        <a:pt x="144492" y="40772"/>
                      </a:moveTo>
                      <a:cubicBezTo>
                        <a:pt x="155490" y="26824"/>
                        <a:pt x="164252" y="13054"/>
                        <a:pt x="170511" y="0"/>
                      </a:cubicBezTo>
                      <a:cubicBezTo>
                        <a:pt x="222103" y="8047"/>
                        <a:pt x="221745" y="21638"/>
                        <a:pt x="213162" y="35944"/>
                      </a:cubicBezTo>
                      <a:lnTo>
                        <a:pt x="211105" y="39163"/>
                      </a:lnTo>
                      <a:cubicBezTo>
                        <a:pt x="207082" y="45243"/>
                        <a:pt x="202253" y="51323"/>
                        <a:pt x="199750" y="57046"/>
                      </a:cubicBezTo>
                      <a:lnTo>
                        <a:pt x="187231" y="76716"/>
                      </a:lnTo>
                      <a:cubicBezTo>
                        <a:pt x="195815" y="62411"/>
                        <a:pt x="196173" y="48730"/>
                        <a:pt x="144403" y="40683"/>
                      </a:cubicBezTo>
                      <a:lnTo>
                        <a:pt x="144403" y="40683"/>
                      </a:lnTo>
                      <a:close/>
                      <a:moveTo>
                        <a:pt x="185265" y="80025"/>
                      </a:moveTo>
                      <a:lnTo>
                        <a:pt x="173909" y="97908"/>
                      </a:lnTo>
                      <a:cubicBezTo>
                        <a:pt x="176412" y="92096"/>
                        <a:pt x="181330" y="86016"/>
                        <a:pt x="185265" y="80025"/>
                      </a:cubicBezTo>
                      <a:lnTo>
                        <a:pt x="185265" y="80025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1" name="Google Shape;1171;p21"/>
                <p:cNvSpPr/>
                <p:nvPr/>
              </p:nvSpPr>
              <p:spPr>
                <a:xfrm>
                  <a:off x="299581" y="4096505"/>
                  <a:ext cx="816933" cy="678161"/>
                </a:xfrm>
                <a:custGeom>
                  <a:rect b="b" l="l" r="r" t="t"/>
                  <a:pathLst>
                    <a:path extrusionOk="0" h="201984" w="243316">
                      <a:moveTo>
                        <a:pt x="134746" y="201985"/>
                      </a:moveTo>
                      <a:lnTo>
                        <a:pt x="269" y="199392"/>
                      </a:lnTo>
                      <a:lnTo>
                        <a:pt x="0" y="199392"/>
                      </a:lnTo>
                      <a:cubicBezTo>
                        <a:pt x="21996" y="187678"/>
                        <a:pt x="42382" y="174803"/>
                        <a:pt x="61069" y="161301"/>
                      </a:cubicBezTo>
                      <a:cubicBezTo>
                        <a:pt x="144224" y="168455"/>
                        <a:pt x="145476" y="184191"/>
                        <a:pt x="135372" y="201001"/>
                      </a:cubicBezTo>
                      <a:lnTo>
                        <a:pt x="134656" y="201985"/>
                      </a:lnTo>
                      <a:close/>
                      <a:moveTo>
                        <a:pt x="108011" y="122764"/>
                      </a:moveTo>
                      <a:cubicBezTo>
                        <a:pt x="121960" y="109710"/>
                        <a:pt x="134120" y="96477"/>
                        <a:pt x="144403" y="83422"/>
                      </a:cubicBezTo>
                      <a:cubicBezTo>
                        <a:pt x="196173" y="91470"/>
                        <a:pt x="195815" y="105150"/>
                        <a:pt x="187231" y="119456"/>
                      </a:cubicBezTo>
                      <a:lnTo>
                        <a:pt x="185175" y="122675"/>
                      </a:lnTo>
                      <a:cubicBezTo>
                        <a:pt x="181151" y="128666"/>
                        <a:pt x="176323" y="134746"/>
                        <a:pt x="173819" y="140558"/>
                      </a:cubicBezTo>
                      <a:lnTo>
                        <a:pt x="161301" y="160228"/>
                      </a:lnTo>
                      <a:cubicBezTo>
                        <a:pt x="170422" y="145028"/>
                        <a:pt x="170243" y="130633"/>
                        <a:pt x="108011" y="122764"/>
                      </a:cubicBezTo>
                      <a:lnTo>
                        <a:pt x="108011" y="122764"/>
                      </a:lnTo>
                      <a:close/>
                      <a:moveTo>
                        <a:pt x="170422" y="42740"/>
                      </a:moveTo>
                      <a:cubicBezTo>
                        <a:pt x="177843" y="27271"/>
                        <a:pt x="181867" y="12786"/>
                        <a:pt x="181777" y="0"/>
                      </a:cubicBezTo>
                      <a:cubicBezTo>
                        <a:pt x="247943" y="7689"/>
                        <a:pt x="248301" y="22443"/>
                        <a:pt x="239002" y="38001"/>
                      </a:cubicBezTo>
                      <a:lnTo>
                        <a:pt x="236945" y="41219"/>
                      </a:lnTo>
                      <a:cubicBezTo>
                        <a:pt x="232922" y="47210"/>
                        <a:pt x="228093" y="53290"/>
                        <a:pt x="225590" y="59102"/>
                      </a:cubicBezTo>
                      <a:lnTo>
                        <a:pt x="213072" y="78773"/>
                      </a:lnTo>
                      <a:cubicBezTo>
                        <a:pt x="221655" y="64467"/>
                        <a:pt x="222013" y="50876"/>
                        <a:pt x="170422" y="42829"/>
                      </a:cubicBezTo>
                      <a:lnTo>
                        <a:pt x="170422" y="42829"/>
                      </a:lnTo>
                      <a:close/>
                      <a:moveTo>
                        <a:pt x="211016" y="81902"/>
                      </a:moveTo>
                      <a:lnTo>
                        <a:pt x="199660" y="99785"/>
                      </a:lnTo>
                      <a:cubicBezTo>
                        <a:pt x="202163" y="93973"/>
                        <a:pt x="206992" y="87893"/>
                        <a:pt x="211016" y="81902"/>
                      </a:cubicBezTo>
                      <a:lnTo>
                        <a:pt x="211016" y="81902"/>
                      </a:lnTo>
                      <a:close/>
                      <a:moveTo>
                        <a:pt x="159245" y="163448"/>
                      </a:moveTo>
                      <a:lnTo>
                        <a:pt x="147889" y="181330"/>
                      </a:lnTo>
                      <a:cubicBezTo>
                        <a:pt x="150393" y="175518"/>
                        <a:pt x="155221" y="169438"/>
                        <a:pt x="159245" y="163448"/>
                      </a:cubicBezTo>
                      <a:lnTo>
                        <a:pt x="159245" y="163448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72" name="Google Shape;1172;p21"/>
            <p:cNvGrpSpPr/>
            <p:nvPr/>
          </p:nvGrpSpPr>
          <p:grpSpPr>
            <a:xfrm>
              <a:off x="5532440" y="3809106"/>
              <a:ext cx="3642088" cy="1281210"/>
              <a:chOff x="5532440" y="3574260"/>
              <a:chExt cx="3642088" cy="1281210"/>
            </a:xfrm>
          </p:grpSpPr>
          <p:sp>
            <p:nvSpPr>
              <p:cNvPr id="1173" name="Google Shape;1173;p21"/>
              <p:cNvSpPr/>
              <p:nvPr/>
            </p:nvSpPr>
            <p:spPr>
              <a:xfrm>
                <a:off x="6132460" y="3769929"/>
                <a:ext cx="3038376" cy="1085540"/>
              </a:xfrm>
              <a:custGeom>
                <a:rect b="b" l="l" r="r" t="t"/>
                <a:pathLst>
                  <a:path extrusionOk="0" h="323318" w="904952">
                    <a:moveTo>
                      <a:pt x="898961" y="312589"/>
                    </a:moveTo>
                    <a:cubicBezTo>
                      <a:pt x="863822" y="315808"/>
                      <a:pt x="819115" y="318490"/>
                      <a:pt x="762874" y="320725"/>
                    </a:cubicBezTo>
                    <a:lnTo>
                      <a:pt x="898783" y="323319"/>
                    </a:lnTo>
                    <a:lnTo>
                      <a:pt x="898961" y="312499"/>
                    </a:lnTo>
                    <a:close/>
                    <a:moveTo>
                      <a:pt x="90" y="306062"/>
                    </a:moveTo>
                    <a:lnTo>
                      <a:pt x="81724" y="307671"/>
                    </a:lnTo>
                    <a:cubicBezTo>
                      <a:pt x="141899" y="275125"/>
                      <a:pt x="255096" y="278522"/>
                      <a:pt x="432671" y="269581"/>
                    </a:cubicBezTo>
                    <a:cubicBezTo>
                      <a:pt x="673461" y="257421"/>
                      <a:pt x="338966" y="157099"/>
                      <a:pt x="625267" y="147353"/>
                    </a:cubicBezTo>
                    <a:cubicBezTo>
                      <a:pt x="800696" y="141362"/>
                      <a:pt x="877592" y="131885"/>
                      <a:pt x="902717" y="116774"/>
                    </a:cubicBezTo>
                    <a:lnTo>
                      <a:pt x="903342" y="84406"/>
                    </a:lnTo>
                    <a:cubicBezTo>
                      <a:pt x="902359" y="83244"/>
                      <a:pt x="901286" y="82081"/>
                      <a:pt x="900124" y="80829"/>
                    </a:cubicBezTo>
                    <a:cubicBezTo>
                      <a:pt x="891540" y="71709"/>
                      <a:pt x="894401" y="66076"/>
                      <a:pt x="903700" y="62679"/>
                    </a:cubicBezTo>
                    <a:lnTo>
                      <a:pt x="904952" y="0"/>
                    </a:lnTo>
                    <a:cubicBezTo>
                      <a:pt x="874015" y="536"/>
                      <a:pt x="850320" y="5633"/>
                      <a:pt x="866236" y="22532"/>
                    </a:cubicBezTo>
                    <a:cubicBezTo>
                      <a:pt x="901643" y="60264"/>
                      <a:pt x="877681" y="79310"/>
                      <a:pt x="591290" y="89056"/>
                    </a:cubicBezTo>
                    <a:cubicBezTo>
                      <a:pt x="304989" y="98802"/>
                      <a:pt x="639573" y="199034"/>
                      <a:pt x="398694" y="211284"/>
                    </a:cubicBezTo>
                    <a:cubicBezTo>
                      <a:pt x="157904" y="223444"/>
                      <a:pt x="35676" y="212804"/>
                      <a:pt x="3040" y="299982"/>
                    </a:cubicBezTo>
                    <a:cubicBezTo>
                      <a:pt x="2235" y="302038"/>
                      <a:pt x="1162" y="304094"/>
                      <a:pt x="0" y="306062"/>
                    </a:cubicBezTo>
                    <a:lnTo>
                      <a:pt x="0" y="306062"/>
                    </a:lnTo>
                    <a:close/>
                    <a:moveTo>
                      <a:pt x="541308" y="316523"/>
                    </a:moveTo>
                    <a:lnTo>
                      <a:pt x="575464" y="317149"/>
                    </a:lnTo>
                    <a:cubicBezTo>
                      <a:pt x="561068" y="291845"/>
                      <a:pt x="561694" y="268329"/>
                      <a:pt x="693043" y="263858"/>
                    </a:cubicBezTo>
                    <a:cubicBezTo>
                      <a:pt x="789072" y="260550"/>
                      <a:pt x="855596" y="256259"/>
                      <a:pt x="900213" y="250536"/>
                    </a:cubicBezTo>
                    <a:lnTo>
                      <a:pt x="901465" y="186606"/>
                    </a:lnTo>
                    <a:cubicBezTo>
                      <a:pt x="859620" y="195279"/>
                      <a:pt x="784602" y="201359"/>
                      <a:pt x="659244" y="205561"/>
                    </a:cubicBezTo>
                    <a:cubicBezTo>
                      <a:pt x="417113" y="213787"/>
                      <a:pt x="618919" y="286749"/>
                      <a:pt x="541397" y="316434"/>
                    </a:cubicBezTo>
                    <a:lnTo>
                      <a:pt x="541397" y="31643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21"/>
              <p:cNvSpPr/>
              <p:nvPr/>
            </p:nvSpPr>
            <p:spPr>
              <a:xfrm>
                <a:off x="5532440" y="3574260"/>
                <a:ext cx="3642088" cy="1272533"/>
              </a:xfrm>
              <a:custGeom>
                <a:rect b="b" l="l" r="r" t="t"/>
                <a:pathLst>
                  <a:path extrusionOk="0" h="379012" w="1084762">
                    <a:moveTo>
                      <a:pt x="941611" y="379013"/>
                    </a:moveTo>
                    <a:cubicBezTo>
                      <a:pt x="997852" y="376777"/>
                      <a:pt x="1042559" y="374095"/>
                      <a:pt x="1077698" y="370876"/>
                    </a:cubicBezTo>
                    <a:lnTo>
                      <a:pt x="1078861" y="308823"/>
                    </a:lnTo>
                    <a:cubicBezTo>
                      <a:pt x="1034243" y="314546"/>
                      <a:pt x="967720" y="318927"/>
                      <a:pt x="871690" y="322146"/>
                    </a:cubicBezTo>
                    <a:cubicBezTo>
                      <a:pt x="740432" y="326616"/>
                      <a:pt x="739716" y="350132"/>
                      <a:pt x="754111" y="375436"/>
                    </a:cubicBezTo>
                    <a:lnTo>
                      <a:pt x="941522" y="379013"/>
                    </a:lnTo>
                    <a:close/>
                    <a:moveTo>
                      <a:pt x="90" y="360862"/>
                    </a:moveTo>
                    <a:lnTo>
                      <a:pt x="178737" y="364349"/>
                    </a:lnTo>
                    <a:cubicBezTo>
                      <a:pt x="179989" y="362382"/>
                      <a:pt x="181062" y="360325"/>
                      <a:pt x="181777" y="358269"/>
                    </a:cubicBezTo>
                    <a:cubicBezTo>
                      <a:pt x="214323" y="271180"/>
                      <a:pt x="336552" y="281731"/>
                      <a:pt x="577431" y="269571"/>
                    </a:cubicBezTo>
                    <a:cubicBezTo>
                      <a:pt x="818310" y="257411"/>
                      <a:pt x="483726" y="157089"/>
                      <a:pt x="770027" y="147343"/>
                    </a:cubicBezTo>
                    <a:cubicBezTo>
                      <a:pt x="1056329" y="137597"/>
                      <a:pt x="1080292" y="118552"/>
                      <a:pt x="1044973" y="80819"/>
                    </a:cubicBezTo>
                    <a:cubicBezTo>
                      <a:pt x="1029057" y="63920"/>
                      <a:pt x="1052752" y="58734"/>
                      <a:pt x="1083689" y="58287"/>
                    </a:cubicBezTo>
                    <a:lnTo>
                      <a:pt x="1084762" y="973"/>
                    </a:lnTo>
                    <a:cubicBezTo>
                      <a:pt x="1041307" y="-1620"/>
                      <a:pt x="989447" y="-457"/>
                      <a:pt x="1011085" y="22611"/>
                    </a:cubicBezTo>
                    <a:cubicBezTo>
                      <a:pt x="1046493" y="60344"/>
                      <a:pt x="1022530" y="79389"/>
                      <a:pt x="736139" y="89135"/>
                    </a:cubicBezTo>
                    <a:cubicBezTo>
                      <a:pt x="449838" y="98881"/>
                      <a:pt x="784423" y="199202"/>
                      <a:pt x="543543" y="211363"/>
                    </a:cubicBezTo>
                    <a:cubicBezTo>
                      <a:pt x="302664" y="223523"/>
                      <a:pt x="180525" y="212883"/>
                      <a:pt x="147889" y="300061"/>
                    </a:cubicBezTo>
                    <a:cubicBezTo>
                      <a:pt x="136445" y="330730"/>
                      <a:pt x="74928" y="349506"/>
                      <a:pt x="0" y="361041"/>
                    </a:cubicBezTo>
                    <a:lnTo>
                      <a:pt x="0" y="361041"/>
                    </a:lnTo>
                    <a:close/>
                    <a:moveTo>
                      <a:pt x="260371" y="365869"/>
                    </a:moveTo>
                    <a:lnTo>
                      <a:pt x="719956" y="374721"/>
                    </a:lnTo>
                    <a:cubicBezTo>
                      <a:pt x="797477" y="345036"/>
                      <a:pt x="595671" y="272074"/>
                      <a:pt x="837803" y="263848"/>
                    </a:cubicBezTo>
                    <a:cubicBezTo>
                      <a:pt x="963160" y="259556"/>
                      <a:pt x="1038267" y="253476"/>
                      <a:pt x="1080023" y="244893"/>
                    </a:cubicBezTo>
                    <a:lnTo>
                      <a:pt x="1081364" y="175061"/>
                    </a:lnTo>
                    <a:cubicBezTo>
                      <a:pt x="1056239" y="190172"/>
                      <a:pt x="979254" y="199650"/>
                      <a:pt x="803915" y="205640"/>
                    </a:cubicBezTo>
                    <a:cubicBezTo>
                      <a:pt x="517614" y="215386"/>
                      <a:pt x="852109" y="315619"/>
                      <a:pt x="611319" y="327868"/>
                    </a:cubicBezTo>
                    <a:cubicBezTo>
                      <a:pt x="433744" y="336810"/>
                      <a:pt x="320546" y="333412"/>
                      <a:pt x="260371" y="365958"/>
                    </a:cubicBezTo>
                    <a:lnTo>
                      <a:pt x="260371" y="365958"/>
                    </a:lnTo>
                    <a:close/>
                    <a:moveTo>
                      <a:pt x="1082079" y="142604"/>
                    </a:moveTo>
                    <a:lnTo>
                      <a:pt x="1082527" y="120877"/>
                    </a:lnTo>
                    <a:cubicBezTo>
                      <a:pt x="1073228" y="124274"/>
                      <a:pt x="1070366" y="129907"/>
                      <a:pt x="1078950" y="139027"/>
                    </a:cubicBezTo>
                    <a:cubicBezTo>
                      <a:pt x="1080113" y="140279"/>
                      <a:pt x="1081185" y="141441"/>
                      <a:pt x="1082169" y="142604"/>
                    </a:cubicBezTo>
                    <a:lnTo>
                      <a:pt x="1082169" y="1426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21"/>
              <p:cNvSpPr/>
              <p:nvPr/>
            </p:nvSpPr>
            <p:spPr>
              <a:xfrm>
                <a:off x="6142964" y="4509527"/>
                <a:ext cx="646943" cy="292999"/>
              </a:xfrm>
              <a:custGeom>
                <a:rect b="b" l="l" r="r" t="t"/>
                <a:pathLst>
                  <a:path extrusionOk="0" h="87267" w="192686">
                    <a:moveTo>
                      <a:pt x="3666" y="85837"/>
                    </a:moveTo>
                    <a:lnTo>
                      <a:pt x="78595" y="87267"/>
                    </a:lnTo>
                    <a:cubicBezTo>
                      <a:pt x="100500" y="75465"/>
                      <a:pt x="129292" y="68312"/>
                      <a:pt x="165683" y="63752"/>
                    </a:cubicBezTo>
                    <a:cubicBezTo>
                      <a:pt x="172747" y="42829"/>
                      <a:pt x="181956" y="21459"/>
                      <a:pt x="192686" y="0"/>
                    </a:cubicBezTo>
                    <a:cubicBezTo>
                      <a:pt x="83155" y="6885"/>
                      <a:pt x="21727" y="21638"/>
                      <a:pt x="0" y="79578"/>
                    </a:cubicBezTo>
                    <a:lnTo>
                      <a:pt x="3666" y="858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21"/>
              <p:cNvSpPr/>
              <p:nvPr/>
            </p:nvSpPr>
            <p:spPr>
              <a:xfrm>
                <a:off x="6029504" y="4302715"/>
                <a:ext cx="876297" cy="504944"/>
              </a:xfrm>
              <a:custGeom>
                <a:rect b="b" l="l" r="r" t="t"/>
                <a:pathLst>
                  <a:path extrusionOk="0" h="150393" w="260997">
                    <a:moveTo>
                      <a:pt x="112393" y="148873"/>
                    </a:moveTo>
                    <a:lnTo>
                      <a:pt x="192060" y="150393"/>
                    </a:lnTo>
                    <a:cubicBezTo>
                      <a:pt x="194116" y="142167"/>
                      <a:pt x="196620" y="133762"/>
                      <a:pt x="199481" y="125357"/>
                    </a:cubicBezTo>
                    <a:cubicBezTo>
                      <a:pt x="163090" y="130007"/>
                      <a:pt x="134298" y="137070"/>
                      <a:pt x="112393" y="148873"/>
                    </a:cubicBezTo>
                    <a:lnTo>
                      <a:pt x="112393" y="148873"/>
                    </a:lnTo>
                    <a:close/>
                    <a:moveTo>
                      <a:pt x="226484" y="61606"/>
                    </a:moveTo>
                    <a:cubicBezTo>
                      <a:pt x="236766" y="41041"/>
                      <a:pt x="248569" y="20386"/>
                      <a:pt x="260997" y="0"/>
                    </a:cubicBezTo>
                    <a:cubicBezTo>
                      <a:pt x="108011" y="6259"/>
                      <a:pt x="25841" y="13859"/>
                      <a:pt x="0" y="82976"/>
                    </a:cubicBezTo>
                    <a:lnTo>
                      <a:pt x="33887" y="141273"/>
                    </a:lnTo>
                    <a:cubicBezTo>
                      <a:pt x="55525" y="83333"/>
                      <a:pt x="116953" y="68580"/>
                      <a:pt x="226573" y="61695"/>
                    </a:cubicBezTo>
                    <a:lnTo>
                      <a:pt x="226573" y="61695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21"/>
              <p:cNvSpPr/>
              <p:nvPr/>
            </p:nvSpPr>
            <p:spPr>
              <a:xfrm>
                <a:off x="7702236" y="4082097"/>
                <a:ext cx="992537" cy="764620"/>
              </a:xfrm>
              <a:custGeom>
                <a:rect b="b" l="l" r="r" t="t"/>
                <a:pathLst>
                  <a:path extrusionOk="0" h="227735" w="295618">
                    <a:moveTo>
                      <a:pt x="295261" y="227736"/>
                    </a:moveTo>
                    <a:lnTo>
                      <a:pt x="295618" y="227736"/>
                    </a:lnTo>
                    <a:cubicBezTo>
                      <a:pt x="295618" y="227736"/>
                      <a:pt x="295618" y="227736"/>
                      <a:pt x="295618" y="227736"/>
                    </a:cubicBezTo>
                    <a:lnTo>
                      <a:pt x="295261" y="227736"/>
                    </a:lnTo>
                    <a:close/>
                    <a:moveTo>
                      <a:pt x="212553" y="171316"/>
                    </a:moveTo>
                    <a:cubicBezTo>
                      <a:pt x="189217" y="153076"/>
                      <a:pt x="168025" y="134120"/>
                      <a:pt x="149338" y="114985"/>
                    </a:cubicBezTo>
                    <a:cubicBezTo>
                      <a:pt x="62339" y="122586"/>
                      <a:pt x="61355" y="142704"/>
                      <a:pt x="73158" y="164431"/>
                    </a:cubicBezTo>
                    <a:lnTo>
                      <a:pt x="75751" y="168991"/>
                    </a:lnTo>
                    <a:cubicBezTo>
                      <a:pt x="81026" y="177664"/>
                      <a:pt x="87464" y="186427"/>
                      <a:pt x="90594" y="194563"/>
                    </a:cubicBezTo>
                    <a:lnTo>
                      <a:pt x="106956" y="222639"/>
                    </a:lnTo>
                    <a:cubicBezTo>
                      <a:pt x="93812" y="198766"/>
                      <a:pt x="96316" y="176770"/>
                      <a:pt x="212464" y="171316"/>
                    </a:cubicBezTo>
                    <a:lnTo>
                      <a:pt x="212464" y="171316"/>
                    </a:lnTo>
                    <a:close/>
                    <a:moveTo>
                      <a:pt x="100787" y="58208"/>
                    </a:moveTo>
                    <a:cubicBezTo>
                      <a:pt x="86212" y="38179"/>
                      <a:pt x="74767" y="18509"/>
                      <a:pt x="66720" y="0"/>
                    </a:cubicBezTo>
                    <a:cubicBezTo>
                      <a:pt x="-5615" y="8494"/>
                      <a:pt x="-5794" y="27450"/>
                      <a:pt x="5383" y="47925"/>
                    </a:cubicBezTo>
                    <a:lnTo>
                      <a:pt x="8065" y="52486"/>
                    </a:lnTo>
                    <a:cubicBezTo>
                      <a:pt x="13340" y="61159"/>
                      <a:pt x="19778" y="69921"/>
                      <a:pt x="22908" y="78058"/>
                    </a:cubicBezTo>
                    <a:lnTo>
                      <a:pt x="39270" y="106223"/>
                    </a:lnTo>
                    <a:cubicBezTo>
                      <a:pt x="28094" y="85837"/>
                      <a:pt x="28273" y="66792"/>
                      <a:pt x="100787" y="58297"/>
                    </a:cubicBezTo>
                    <a:lnTo>
                      <a:pt x="100787" y="58297"/>
                    </a:lnTo>
                    <a:close/>
                    <a:moveTo>
                      <a:pt x="41863" y="110694"/>
                    </a:moveTo>
                    <a:lnTo>
                      <a:pt x="56796" y="136266"/>
                    </a:lnTo>
                    <a:cubicBezTo>
                      <a:pt x="53576" y="128040"/>
                      <a:pt x="47139" y="119277"/>
                      <a:pt x="41863" y="110694"/>
                    </a:cubicBezTo>
                    <a:lnTo>
                      <a:pt x="41863" y="1106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1"/>
              <p:cNvSpPr/>
              <p:nvPr/>
            </p:nvSpPr>
            <p:spPr>
              <a:xfrm>
                <a:off x="7588431" y="3880089"/>
                <a:ext cx="1106360" cy="966658"/>
              </a:xfrm>
              <a:custGeom>
                <a:rect b="b" l="l" r="r" t="t"/>
                <a:pathLst>
                  <a:path extrusionOk="0" h="287910" w="329519">
                    <a:moveTo>
                      <a:pt x="141752" y="284334"/>
                    </a:moveTo>
                    <a:lnTo>
                      <a:pt x="329162" y="287911"/>
                    </a:lnTo>
                    <a:lnTo>
                      <a:pt x="329519" y="287911"/>
                    </a:lnTo>
                    <a:cubicBezTo>
                      <a:pt x="299566" y="270386"/>
                      <a:pt x="271759" y="251341"/>
                      <a:pt x="246455" y="231491"/>
                    </a:cubicBezTo>
                    <a:cubicBezTo>
                      <a:pt x="130307" y="236945"/>
                      <a:pt x="127803" y="258852"/>
                      <a:pt x="140947" y="282814"/>
                    </a:cubicBezTo>
                    <a:lnTo>
                      <a:pt x="141752" y="284245"/>
                    </a:lnTo>
                    <a:close/>
                    <a:moveTo>
                      <a:pt x="183150" y="175250"/>
                    </a:moveTo>
                    <a:cubicBezTo>
                      <a:pt x="164463" y="156295"/>
                      <a:pt x="148190" y="137160"/>
                      <a:pt x="134688" y="118473"/>
                    </a:cubicBezTo>
                    <a:cubicBezTo>
                      <a:pt x="62174" y="126967"/>
                      <a:pt x="61906" y="146012"/>
                      <a:pt x="73172" y="166398"/>
                    </a:cubicBezTo>
                    <a:lnTo>
                      <a:pt x="75764" y="170958"/>
                    </a:lnTo>
                    <a:cubicBezTo>
                      <a:pt x="81040" y="179631"/>
                      <a:pt x="87478" y="188394"/>
                      <a:pt x="90697" y="196531"/>
                    </a:cubicBezTo>
                    <a:lnTo>
                      <a:pt x="107059" y="224696"/>
                    </a:lnTo>
                    <a:cubicBezTo>
                      <a:pt x="95168" y="202968"/>
                      <a:pt x="96240" y="182940"/>
                      <a:pt x="183239" y="175250"/>
                    </a:cubicBezTo>
                    <a:lnTo>
                      <a:pt x="183239" y="175250"/>
                    </a:lnTo>
                    <a:close/>
                    <a:moveTo>
                      <a:pt x="100622" y="60265"/>
                    </a:moveTo>
                    <a:cubicBezTo>
                      <a:pt x="91054" y="38269"/>
                      <a:pt x="86405" y="17793"/>
                      <a:pt x="87031" y="0"/>
                    </a:cubicBezTo>
                    <a:cubicBezTo>
                      <a:pt x="-5512" y="7242"/>
                      <a:pt x="-6764" y="27718"/>
                      <a:pt x="5396" y="49893"/>
                    </a:cubicBezTo>
                    <a:lnTo>
                      <a:pt x="8079" y="54453"/>
                    </a:lnTo>
                    <a:cubicBezTo>
                      <a:pt x="13354" y="63126"/>
                      <a:pt x="19792" y="71888"/>
                      <a:pt x="22921" y="80025"/>
                    </a:cubicBezTo>
                    <a:lnTo>
                      <a:pt x="39284" y="108190"/>
                    </a:lnTo>
                    <a:cubicBezTo>
                      <a:pt x="28108" y="87804"/>
                      <a:pt x="28286" y="68759"/>
                      <a:pt x="100622" y="60265"/>
                    </a:cubicBezTo>
                    <a:lnTo>
                      <a:pt x="100622" y="60265"/>
                    </a:lnTo>
                    <a:close/>
                    <a:moveTo>
                      <a:pt x="41967" y="112661"/>
                    </a:moveTo>
                    <a:lnTo>
                      <a:pt x="56809" y="138233"/>
                    </a:lnTo>
                    <a:cubicBezTo>
                      <a:pt x="53590" y="130007"/>
                      <a:pt x="47152" y="121244"/>
                      <a:pt x="41967" y="112661"/>
                    </a:cubicBezTo>
                    <a:lnTo>
                      <a:pt x="41967" y="112661"/>
                    </a:lnTo>
                    <a:close/>
                    <a:moveTo>
                      <a:pt x="109652" y="229166"/>
                    </a:moveTo>
                    <a:lnTo>
                      <a:pt x="124495" y="254739"/>
                    </a:lnTo>
                    <a:cubicBezTo>
                      <a:pt x="121366" y="246513"/>
                      <a:pt x="114838" y="237750"/>
                      <a:pt x="109652" y="229166"/>
                    </a:cubicBezTo>
                    <a:lnTo>
                      <a:pt x="109652" y="229166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21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180" name="Google Shape;1180;p21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181" name="Google Shape;1181;p21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82" name="Google Shape;1182;p21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183" name="Google Shape;1183;p21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21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5" name="Google Shape;1185;p21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21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21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21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21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21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21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192;p21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3" name="Google Shape;1193;p21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21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5" name="Google Shape;1195;p21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6" name="Google Shape;1196;p21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21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21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21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21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21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1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3" name="Google Shape;1203;p21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4" name="Google Shape;1204;p21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1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21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07" name="Google Shape;1207;p21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208" name="Google Shape;1208;p21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9" name="Google Shape;1209;p21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210" name="Google Shape;1210;p21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1" name="Google Shape;1211;p21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2" name="Google Shape;1212;p21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3" name="Google Shape;1213;p21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4" name="Google Shape;1214;p21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5" name="Google Shape;1215;p21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6" name="Google Shape;1216;p21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7" name="Google Shape;1217;p21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218;p21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9" name="Google Shape;1219;p21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0" name="Google Shape;1220;p21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21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21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21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21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21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6" name="Google Shape;1226;p21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7" name="Google Shape;1227;p21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21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21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21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21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21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p21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234" name="Google Shape;123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5" name="Google Shape;1235;p21"/>
          <p:cNvSpPr txBox="1"/>
          <p:nvPr>
            <p:ph idx="1" type="body"/>
          </p:nvPr>
        </p:nvSpPr>
        <p:spPr>
          <a:xfrm>
            <a:off x="720000" y="1187600"/>
            <a:ext cx="3852000" cy="30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1236" name="Google Shape;1236;p21"/>
          <p:cNvSpPr txBox="1"/>
          <p:nvPr>
            <p:ph idx="2" type="body"/>
          </p:nvPr>
        </p:nvSpPr>
        <p:spPr>
          <a:xfrm>
            <a:off x="4661700" y="1187600"/>
            <a:ext cx="3762300" cy="23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oogle Shape;1238;p22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1239" name="Google Shape;1239;p22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1240" name="Google Shape;1240;p22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41" name="Google Shape;1241;p22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242" name="Google Shape;1242;p22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22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22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2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2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22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8" name="Google Shape;1248;p22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2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22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22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p22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22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22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22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22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22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22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22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22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22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22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3" name="Google Shape;1263;p22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22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22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66" name="Google Shape;1266;p22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1267" name="Google Shape;1267;p22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8" name="Google Shape;1268;p22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269" name="Google Shape;1269;p22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0" name="Google Shape;1270;p22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1" name="Google Shape;1271;p22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2" name="Google Shape;1272;p22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3" name="Google Shape;1273;p22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4" name="Google Shape;1274;p22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5" name="Google Shape;1275;p22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2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22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22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2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22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22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2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3" name="Google Shape;1283;p22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4" name="Google Shape;1284;p22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5" name="Google Shape;1285;p22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22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22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22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9" name="Google Shape;1289;p22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0" name="Google Shape;1290;p22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1" name="Google Shape;1291;p22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2" name="Google Shape;1292;p22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293" name="Google Shape;1293;p22"/>
          <p:cNvGrpSpPr/>
          <p:nvPr/>
        </p:nvGrpSpPr>
        <p:grpSpPr>
          <a:xfrm flipH="1">
            <a:off x="6872176" y="3579319"/>
            <a:ext cx="3117178" cy="2652788"/>
            <a:chOff x="5897552" y="2794895"/>
            <a:chExt cx="716033" cy="609360"/>
          </a:xfrm>
        </p:grpSpPr>
        <p:grpSp>
          <p:nvGrpSpPr>
            <p:cNvPr id="1294" name="Google Shape;1294;p22"/>
            <p:cNvGrpSpPr/>
            <p:nvPr/>
          </p:nvGrpSpPr>
          <p:grpSpPr>
            <a:xfrm>
              <a:off x="5897552" y="2794895"/>
              <a:ext cx="716033" cy="609360"/>
              <a:chOff x="5897552" y="2794895"/>
              <a:chExt cx="716033" cy="609360"/>
            </a:xfrm>
          </p:grpSpPr>
          <p:sp>
            <p:nvSpPr>
              <p:cNvPr id="1295" name="Google Shape;1295;p22"/>
              <p:cNvSpPr/>
              <p:nvPr/>
            </p:nvSpPr>
            <p:spPr>
              <a:xfrm>
                <a:off x="5897552" y="2794895"/>
                <a:ext cx="715788" cy="609360"/>
              </a:xfrm>
              <a:custGeom>
                <a:rect b="b" l="l" r="r" t="t"/>
                <a:pathLst>
                  <a:path extrusionOk="0" h="609360" w="715788">
                    <a:moveTo>
                      <a:pt x="650568" y="248926"/>
                    </a:moveTo>
                    <a:cubicBezTo>
                      <a:pt x="598375" y="224919"/>
                      <a:pt x="517423" y="219265"/>
                      <a:pt x="452939" y="191325"/>
                    </a:cubicBezTo>
                    <a:cubicBezTo>
                      <a:pt x="388456" y="163385"/>
                      <a:pt x="371823" y="124958"/>
                      <a:pt x="350520" y="90053"/>
                    </a:cubicBezTo>
                    <a:cubicBezTo>
                      <a:pt x="329135" y="55149"/>
                      <a:pt x="305128" y="34419"/>
                      <a:pt x="262767" y="14672"/>
                    </a:cubicBezTo>
                    <a:cubicBezTo>
                      <a:pt x="220406" y="-5074"/>
                      <a:pt x="172720" y="825"/>
                      <a:pt x="172720" y="825"/>
                    </a:cubicBezTo>
                    <a:lnTo>
                      <a:pt x="0" y="318489"/>
                    </a:lnTo>
                    <a:cubicBezTo>
                      <a:pt x="28759" y="316113"/>
                      <a:pt x="63336" y="318981"/>
                      <a:pt x="97995" y="336351"/>
                    </a:cubicBezTo>
                    <a:cubicBezTo>
                      <a:pt x="190828" y="382808"/>
                      <a:pt x="192712" y="468841"/>
                      <a:pt x="257277" y="499075"/>
                    </a:cubicBezTo>
                    <a:cubicBezTo>
                      <a:pt x="321843" y="529309"/>
                      <a:pt x="328561" y="526032"/>
                      <a:pt x="418363" y="547417"/>
                    </a:cubicBezTo>
                    <a:cubicBezTo>
                      <a:pt x="508164" y="568720"/>
                      <a:pt x="541757" y="609360"/>
                      <a:pt x="541757" y="609360"/>
                    </a:cubicBezTo>
                    <a:lnTo>
                      <a:pt x="715789" y="292352"/>
                    </a:lnTo>
                    <a:cubicBezTo>
                      <a:pt x="715789" y="292352"/>
                      <a:pt x="702843" y="273015"/>
                      <a:pt x="650568" y="2490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22"/>
              <p:cNvSpPr/>
              <p:nvPr/>
            </p:nvSpPr>
            <p:spPr>
              <a:xfrm>
                <a:off x="5979651" y="2794895"/>
                <a:ext cx="292427" cy="299808"/>
              </a:xfrm>
              <a:custGeom>
                <a:rect b="b" l="l" r="r" t="t"/>
                <a:pathLst>
                  <a:path extrusionOk="0" h="299808" w="292427">
                    <a:moveTo>
                      <a:pt x="268421" y="90053"/>
                    </a:moveTo>
                    <a:cubicBezTo>
                      <a:pt x="247036" y="55149"/>
                      <a:pt x="223028" y="34419"/>
                      <a:pt x="180668" y="14672"/>
                    </a:cubicBezTo>
                    <a:cubicBezTo>
                      <a:pt x="138307" y="-5074"/>
                      <a:pt x="90621" y="825"/>
                      <a:pt x="90621" y="825"/>
                    </a:cubicBezTo>
                    <a:lnTo>
                      <a:pt x="0" y="167482"/>
                    </a:lnTo>
                    <a:cubicBezTo>
                      <a:pt x="29579" y="165761"/>
                      <a:pt x="58010" y="171661"/>
                      <a:pt x="85541" y="183378"/>
                    </a:cubicBezTo>
                    <a:cubicBezTo>
                      <a:pt x="97258" y="188376"/>
                      <a:pt x="108319" y="194603"/>
                      <a:pt x="118888" y="201813"/>
                    </a:cubicBezTo>
                    <a:cubicBezTo>
                      <a:pt x="136341" y="213776"/>
                      <a:pt x="151499" y="228115"/>
                      <a:pt x="163871" y="245403"/>
                    </a:cubicBezTo>
                    <a:cubicBezTo>
                      <a:pt x="172392" y="257284"/>
                      <a:pt x="179603" y="270065"/>
                      <a:pt x="187223" y="282520"/>
                    </a:cubicBezTo>
                    <a:cubicBezTo>
                      <a:pt x="190746" y="288337"/>
                      <a:pt x="194269" y="294236"/>
                      <a:pt x="198284" y="299808"/>
                    </a:cubicBezTo>
                    <a:cubicBezTo>
                      <a:pt x="198939" y="299808"/>
                      <a:pt x="199267" y="299234"/>
                      <a:pt x="199513" y="298743"/>
                    </a:cubicBezTo>
                    <a:cubicBezTo>
                      <a:pt x="200988" y="295711"/>
                      <a:pt x="202708" y="292925"/>
                      <a:pt x="204265" y="289976"/>
                    </a:cubicBezTo>
                    <a:cubicBezTo>
                      <a:pt x="205904" y="286944"/>
                      <a:pt x="207625" y="283913"/>
                      <a:pt x="209263" y="280799"/>
                    </a:cubicBezTo>
                    <a:cubicBezTo>
                      <a:pt x="210328" y="278669"/>
                      <a:pt x="212049" y="276784"/>
                      <a:pt x="212459" y="274244"/>
                    </a:cubicBezTo>
                    <a:cubicBezTo>
                      <a:pt x="212459" y="274080"/>
                      <a:pt x="212459" y="273916"/>
                      <a:pt x="212623" y="273834"/>
                    </a:cubicBezTo>
                    <a:cubicBezTo>
                      <a:pt x="216965" y="265805"/>
                      <a:pt x="221390" y="257775"/>
                      <a:pt x="225814" y="249827"/>
                    </a:cubicBezTo>
                    <a:cubicBezTo>
                      <a:pt x="226306" y="249663"/>
                      <a:pt x="226470" y="249254"/>
                      <a:pt x="226715" y="248844"/>
                    </a:cubicBezTo>
                    <a:cubicBezTo>
                      <a:pt x="228026" y="246878"/>
                      <a:pt x="229010" y="244747"/>
                      <a:pt x="230157" y="242699"/>
                    </a:cubicBezTo>
                    <a:cubicBezTo>
                      <a:pt x="232615" y="238192"/>
                      <a:pt x="235073" y="233686"/>
                      <a:pt x="237531" y="229179"/>
                    </a:cubicBezTo>
                    <a:cubicBezTo>
                      <a:pt x="238432" y="227541"/>
                      <a:pt x="239661" y="225984"/>
                      <a:pt x="239907" y="224018"/>
                    </a:cubicBezTo>
                    <a:cubicBezTo>
                      <a:pt x="242283" y="219675"/>
                      <a:pt x="244577" y="215251"/>
                      <a:pt x="247036" y="210908"/>
                    </a:cubicBezTo>
                    <a:cubicBezTo>
                      <a:pt x="249084" y="207139"/>
                      <a:pt x="251214" y="203370"/>
                      <a:pt x="253345" y="199601"/>
                    </a:cubicBezTo>
                    <a:cubicBezTo>
                      <a:pt x="254901" y="198290"/>
                      <a:pt x="255475" y="196323"/>
                      <a:pt x="256458" y="194685"/>
                    </a:cubicBezTo>
                    <a:cubicBezTo>
                      <a:pt x="258916" y="190260"/>
                      <a:pt x="261374" y="185836"/>
                      <a:pt x="263750" y="181329"/>
                    </a:cubicBezTo>
                    <a:cubicBezTo>
                      <a:pt x="265061" y="178871"/>
                      <a:pt x="266782" y="176577"/>
                      <a:pt x="267437" y="173791"/>
                    </a:cubicBezTo>
                    <a:cubicBezTo>
                      <a:pt x="271698" y="165516"/>
                      <a:pt x="276286" y="157404"/>
                      <a:pt x="280793" y="149292"/>
                    </a:cubicBezTo>
                    <a:cubicBezTo>
                      <a:pt x="282677" y="147572"/>
                      <a:pt x="283497" y="145114"/>
                      <a:pt x="284644" y="142983"/>
                    </a:cubicBezTo>
                    <a:cubicBezTo>
                      <a:pt x="287184" y="138395"/>
                      <a:pt x="289724" y="133807"/>
                      <a:pt x="292182" y="129218"/>
                    </a:cubicBezTo>
                    <a:cubicBezTo>
                      <a:pt x="292264" y="129054"/>
                      <a:pt x="292346" y="128890"/>
                      <a:pt x="292428" y="128727"/>
                    </a:cubicBezTo>
                    <a:cubicBezTo>
                      <a:pt x="283415" y="115863"/>
                      <a:pt x="276368" y="102753"/>
                      <a:pt x="268584" y="900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22"/>
              <p:cNvSpPr/>
              <p:nvPr/>
            </p:nvSpPr>
            <p:spPr>
              <a:xfrm>
                <a:off x="5897634" y="3089517"/>
                <a:ext cx="554211" cy="314573"/>
              </a:xfrm>
              <a:custGeom>
                <a:rect b="b" l="l" r="r" t="t"/>
                <a:pathLst>
                  <a:path extrusionOk="0" h="314573" w="554211">
                    <a:moveTo>
                      <a:pt x="541676" y="314574"/>
                    </a:moveTo>
                    <a:lnTo>
                      <a:pt x="554212" y="291714"/>
                    </a:lnTo>
                    <a:cubicBezTo>
                      <a:pt x="535776" y="273442"/>
                      <a:pt x="514227" y="259759"/>
                      <a:pt x="490384" y="249435"/>
                    </a:cubicBezTo>
                    <a:cubicBezTo>
                      <a:pt x="477930" y="244109"/>
                      <a:pt x="465148" y="239603"/>
                      <a:pt x="452120" y="235670"/>
                    </a:cubicBezTo>
                    <a:cubicBezTo>
                      <a:pt x="434094" y="230262"/>
                      <a:pt x="415741" y="225920"/>
                      <a:pt x="397387" y="221905"/>
                    </a:cubicBezTo>
                    <a:cubicBezTo>
                      <a:pt x="373790" y="216743"/>
                      <a:pt x="350274" y="211499"/>
                      <a:pt x="327250" y="204371"/>
                    </a:cubicBezTo>
                    <a:cubicBezTo>
                      <a:pt x="315534" y="200766"/>
                      <a:pt x="303899" y="196669"/>
                      <a:pt x="292592" y="191753"/>
                    </a:cubicBezTo>
                    <a:cubicBezTo>
                      <a:pt x="283579" y="187902"/>
                      <a:pt x="274894" y="183477"/>
                      <a:pt x="266454" y="178479"/>
                    </a:cubicBezTo>
                    <a:cubicBezTo>
                      <a:pt x="255393" y="171924"/>
                      <a:pt x="245069" y="164304"/>
                      <a:pt x="235728" y="155455"/>
                    </a:cubicBezTo>
                    <a:cubicBezTo>
                      <a:pt x="224667" y="144968"/>
                      <a:pt x="215736" y="132759"/>
                      <a:pt x="207625" y="119895"/>
                    </a:cubicBezTo>
                    <a:cubicBezTo>
                      <a:pt x="200824" y="108998"/>
                      <a:pt x="194351" y="97855"/>
                      <a:pt x="187632" y="86957"/>
                    </a:cubicBezTo>
                    <a:cubicBezTo>
                      <a:pt x="169607" y="57952"/>
                      <a:pt x="144944" y="36157"/>
                      <a:pt x="114628" y="20753"/>
                    </a:cubicBezTo>
                    <a:cubicBezTo>
                      <a:pt x="100125" y="13379"/>
                      <a:pt x="84967" y="7889"/>
                      <a:pt x="69072" y="4366"/>
                    </a:cubicBezTo>
                    <a:cubicBezTo>
                      <a:pt x="50308" y="187"/>
                      <a:pt x="31381" y="-1124"/>
                      <a:pt x="12290" y="1007"/>
                    </a:cubicBezTo>
                    <a:lnTo>
                      <a:pt x="0" y="23621"/>
                    </a:lnTo>
                    <a:cubicBezTo>
                      <a:pt x="28759" y="21245"/>
                      <a:pt x="63336" y="24113"/>
                      <a:pt x="97995" y="41483"/>
                    </a:cubicBezTo>
                    <a:cubicBezTo>
                      <a:pt x="190828" y="87940"/>
                      <a:pt x="192712" y="173973"/>
                      <a:pt x="257277" y="204207"/>
                    </a:cubicBezTo>
                    <a:cubicBezTo>
                      <a:pt x="321843" y="234441"/>
                      <a:pt x="328561" y="231164"/>
                      <a:pt x="418363" y="252549"/>
                    </a:cubicBezTo>
                    <a:cubicBezTo>
                      <a:pt x="508164" y="273852"/>
                      <a:pt x="541758" y="314492"/>
                      <a:pt x="541758" y="3144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22"/>
              <p:cNvSpPr/>
              <p:nvPr/>
            </p:nvSpPr>
            <p:spPr>
              <a:xfrm>
                <a:off x="5950482" y="2989889"/>
                <a:ext cx="556014" cy="317026"/>
              </a:xfrm>
              <a:custGeom>
                <a:rect b="b" l="l" r="r" t="t"/>
                <a:pathLst>
                  <a:path extrusionOk="0" h="317026" w="556014">
                    <a:moveTo>
                      <a:pt x="501445" y="253691"/>
                    </a:moveTo>
                    <a:cubicBezTo>
                      <a:pt x="488008" y="247136"/>
                      <a:pt x="473997" y="241974"/>
                      <a:pt x="459740" y="237468"/>
                    </a:cubicBezTo>
                    <a:cubicBezTo>
                      <a:pt x="442042" y="231896"/>
                      <a:pt x="423934" y="227389"/>
                      <a:pt x="405826" y="223375"/>
                    </a:cubicBezTo>
                    <a:cubicBezTo>
                      <a:pt x="384687" y="218704"/>
                      <a:pt x="363384" y="214198"/>
                      <a:pt x="342490" y="208380"/>
                    </a:cubicBezTo>
                    <a:cubicBezTo>
                      <a:pt x="329053" y="204611"/>
                      <a:pt x="315779" y="200433"/>
                      <a:pt x="302752" y="195271"/>
                    </a:cubicBezTo>
                    <a:cubicBezTo>
                      <a:pt x="286856" y="188962"/>
                      <a:pt x="271616" y="181505"/>
                      <a:pt x="257523" y="171837"/>
                    </a:cubicBezTo>
                    <a:cubicBezTo>
                      <a:pt x="242529" y="161595"/>
                      <a:pt x="229665" y="149223"/>
                      <a:pt x="218932" y="134556"/>
                    </a:cubicBezTo>
                    <a:cubicBezTo>
                      <a:pt x="210410" y="122922"/>
                      <a:pt x="203282" y="110386"/>
                      <a:pt x="195826" y="98013"/>
                    </a:cubicBezTo>
                    <a:cubicBezTo>
                      <a:pt x="189435" y="87443"/>
                      <a:pt x="182880" y="76956"/>
                      <a:pt x="175014" y="67451"/>
                    </a:cubicBezTo>
                    <a:cubicBezTo>
                      <a:pt x="157726" y="46476"/>
                      <a:pt x="136423" y="30498"/>
                      <a:pt x="111924" y="18782"/>
                    </a:cubicBezTo>
                    <a:cubicBezTo>
                      <a:pt x="98077" y="12145"/>
                      <a:pt x="83574" y="7147"/>
                      <a:pt x="68580" y="3951"/>
                    </a:cubicBezTo>
                    <a:cubicBezTo>
                      <a:pt x="50390" y="100"/>
                      <a:pt x="32119" y="-1047"/>
                      <a:pt x="13601" y="1002"/>
                    </a:cubicBezTo>
                    <a:lnTo>
                      <a:pt x="0" y="26074"/>
                    </a:lnTo>
                    <a:cubicBezTo>
                      <a:pt x="901" y="25992"/>
                      <a:pt x="1721" y="25910"/>
                      <a:pt x="2622" y="25828"/>
                    </a:cubicBezTo>
                    <a:cubicBezTo>
                      <a:pt x="34167" y="22878"/>
                      <a:pt x="64155" y="28860"/>
                      <a:pt x="92997" y="41396"/>
                    </a:cubicBezTo>
                    <a:cubicBezTo>
                      <a:pt x="104386" y="46312"/>
                      <a:pt x="115119" y="52457"/>
                      <a:pt x="125361" y="59585"/>
                    </a:cubicBezTo>
                    <a:cubicBezTo>
                      <a:pt x="141912" y="71138"/>
                      <a:pt x="156251" y="84822"/>
                      <a:pt x="167968" y="101291"/>
                    </a:cubicBezTo>
                    <a:cubicBezTo>
                      <a:pt x="176161" y="112762"/>
                      <a:pt x="183126" y="124970"/>
                      <a:pt x="190418" y="137015"/>
                    </a:cubicBezTo>
                    <a:cubicBezTo>
                      <a:pt x="197382" y="148485"/>
                      <a:pt x="204593" y="159793"/>
                      <a:pt x="213360" y="169953"/>
                    </a:cubicBezTo>
                    <a:cubicBezTo>
                      <a:pt x="228846" y="187978"/>
                      <a:pt x="247937" y="201252"/>
                      <a:pt x="269076" y="211658"/>
                    </a:cubicBezTo>
                    <a:cubicBezTo>
                      <a:pt x="282514" y="218294"/>
                      <a:pt x="296443" y="223620"/>
                      <a:pt x="310617" y="228127"/>
                    </a:cubicBezTo>
                    <a:cubicBezTo>
                      <a:pt x="328315" y="233780"/>
                      <a:pt x="346341" y="238369"/>
                      <a:pt x="364449" y="242465"/>
                    </a:cubicBezTo>
                    <a:cubicBezTo>
                      <a:pt x="386572" y="247463"/>
                      <a:pt x="408858" y="252052"/>
                      <a:pt x="430735" y="258115"/>
                    </a:cubicBezTo>
                    <a:cubicBezTo>
                      <a:pt x="445237" y="262130"/>
                      <a:pt x="459494" y="266718"/>
                      <a:pt x="473423" y="272454"/>
                    </a:cubicBezTo>
                    <a:cubicBezTo>
                      <a:pt x="485304" y="277370"/>
                      <a:pt x="496775" y="283024"/>
                      <a:pt x="507672" y="289742"/>
                    </a:cubicBezTo>
                    <a:cubicBezTo>
                      <a:pt x="518570" y="296461"/>
                      <a:pt x="528730" y="304163"/>
                      <a:pt x="538070" y="313012"/>
                    </a:cubicBezTo>
                    <a:cubicBezTo>
                      <a:pt x="539463" y="314323"/>
                      <a:pt x="540856" y="315716"/>
                      <a:pt x="542249" y="317027"/>
                    </a:cubicBezTo>
                    <a:lnTo>
                      <a:pt x="556014" y="292036"/>
                    </a:lnTo>
                    <a:cubicBezTo>
                      <a:pt x="540119" y="276141"/>
                      <a:pt x="521765" y="263605"/>
                      <a:pt x="501445" y="2538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22"/>
              <p:cNvSpPr/>
              <p:nvPr/>
            </p:nvSpPr>
            <p:spPr>
              <a:xfrm>
                <a:off x="5923935" y="3038743"/>
                <a:ext cx="555932" cy="316924"/>
              </a:xfrm>
              <a:custGeom>
                <a:rect b="b" l="l" r="r" t="t"/>
                <a:pathLst>
                  <a:path extrusionOk="0" h="316924" w="555932">
                    <a:moveTo>
                      <a:pt x="555850" y="291770"/>
                    </a:moveTo>
                    <a:cubicBezTo>
                      <a:pt x="550852" y="286772"/>
                      <a:pt x="545526" y="282020"/>
                      <a:pt x="539955" y="277595"/>
                    </a:cubicBezTo>
                    <a:cubicBezTo>
                      <a:pt x="524633" y="265469"/>
                      <a:pt x="507836" y="256046"/>
                      <a:pt x="489810" y="248426"/>
                    </a:cubicBezTo>
                    <a:cubicBezTo>
                      <a:pt x="476537" y="242855"/>
                      <a:pt x="462853" y="238184"/>
                      <a:pt x="449006" y="234251"/>
                    </a:cubicBezTo>
                    <a:cubicBezTo>
                      <a:pt x="431062" y="229090"/>
                      <a:pt x="412873" y="224911"/>
                      <a:pt x="394601" y="220896"/>
                    </a:cubicBezTo>
                    <a:cubicBezTo>
                      <a:pt x="372315" y="216062"/>
                      <a:pt x="350110" y="210982"/>
                      <a:pt x="328316" y="204181"/>
                    </a:cubicBezTo>
                    <a:cubicBezTo>
                      <a:pt x="313977" y="199757"/>
                      <a:pt x="299884" y="194595"/>
                      <a:pt x="286283" y="188122"/>
                    </a:cubicBezTo>
                    <a:cubicBezTo>
                      <a:pt x="277352" y="183861"/>
                      <a:pt x="268667" y="179109"/>
                      <a:pt x="260391" y="173701"/>
                    </a:cubicBezTo>
                    <a:cubicBezTo>
                      <a:pt x="244250" y="163132"/>
                      <a:pt x="230321" y="150186"/>
                      <a:pt x="218932" y="134536"/>
                    </a:cubicBezTo>
                    <a:cubicBezTo>
                      <a:pt x="211148" y="123803"/>
                      <a:pt x="204429" y="112331"/>
                      <a:pt x="197628" y="101025"/>
                    </a:cubicBezTo>
                    <a:cubicBezTo>
                      <a:pt x="190992" y="89963"/>
                      <a:pt x="184273" y="78984"/>
                      <a:pt x="176161" y="68906"/>
                    </a:cubicBezTo>
                    <a:cubicBezTo>
                      <a:pt x="158054" y="46455"/>
                      <a:pt x="135521" y="29741"/>
                      <a:pt x="109466" y="17614"/>
                    </a:cubicBezTo>
                    <a:cubicBezTo>
                      <a:pt x="96438" y="11551"/>
                      <a:pt x="82837" y="6963"/>
                      <a:pt x="68744" y="4013"/>
                    </a:cubicBezTo>
                    <a:cubicBezTo>
                      <a:pt x="50554" y="162"/>
                      <a:pt x="32201" y="-1067"/>
                      <a:pt x="13683" y="981"/>
                    </a:cubicBezTo>
                    <a:lnTo>
                      <a:pt x="0" y="26053"/>
                    </a:lnTo>
                    <a:cubicBezTo>
                      <a:pt x="31709" y="22530"/>
                      <a:pt x="62025" y="28184"/>
                      <a:pt x="91358" y="40638"/>
                    </a:cubicBezTo>
                    <a:cubicBezTo>
                      <a:pt x="102747" y="45472"/>
                      <a:pt x="113563" y="51453"/>
                      <a:pt x="123805" y="58418"/>
                    </a:cubicBezTo>
                    <a:cubicBezTo>
                      <a:pt x="139372" y="69070"/>
                      <a:pt x="153137" y="81606"/>
                      <a:pt x="164608" y="96600"/>
                    </a:cubicBezTo>
                    <a:cubicBezTo>
                      <a:pt x="173212" y="107825"/>
                      <a:pt x="180340" y="120115"/>
                      <a:pt x="187632" y="132242"/>
                    </a:cubicBezTo>
                    <a:cubicBezTo>
                      <a:pt x="194679" y="144041"/>
                      <a:pt x="201807" y="155675"/>
                      <a:pt x="210492" y="166409"/>
                    </a:cubicBezTo>
                    <a:cubicBezTo>
                      <a:pt x="226224" y="185828"/>
                      <a:pt x="245970" y="200085"/>
                      <a:pt x="268175" y="211064"/>
                    </a:cubicBezTo>
                    <a:cubicBezTo>
                      <a:pt x="279810" y="216881"/>
                      <a:pt x="291936" y="221715"/>
                      <a:pt x="304227" y="225894"/>
                    </a:cubicBezTo>
                    <a:cubicBezTo>
                      <a:pt x="316926" y="230237"/>
                      <a:pt x="329790" y="233842"/>
                      <a:pt x="342818" y="237201"/>
                    </a:cubicBezTo>
                    <a:cubicBezTo>
                      <a:pt x="361090" y="241872"/>
                      <a:pt x="379607" y="245641"/>
                      <a:pt x="398042" y="249819"/>
                    </a:cubicBezTo>
                    <a:cubicBezTo>
                      <a:pt x="418608" y="254572"/>
                      <a:pt x="439010" y="259815"/>
                      <a:pt x="459002" y="266862"/>
                    </a:cubicBezTo>
                    <a:cubicBezTo>
                      <a:pt x="474161" y="272188"/>
                      <a:pt x="488827" y="278579"/>
                      <a:pt x="502756" y="286690"/>
                    </a:cubicBezTo>
                    <a:cubicBezTo>
                      <a:pt x="515046" y="293819"/>
                      <a:pt x="526436" y="302094"/>
                      <a:pt x="536923" y="311763"/>
                    </a:cubicBezTo>
                    <a:cubicBezTo>
                      <a:pt x="538726" y="313401"/>
                      <a:pt x="540528" y="315122"/>
                      <a:pt x="542249" y="316924"/>
                    </a:cubicBezTo>
                    <a:lnTo>
                      <a:pt x="555932" y="29193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22"/>
              <p:cNvSpPr/>
              <p:nvPr/>
            </p:nvSpPr>
            <p:spPr>
              <a:xfrm>
                <a:off x="6258477" y="2923703"/>
                <a:ext cx="355108" cy="188451"/>
              </a:xfrm>
              <a:custGeom>
                <a:rect b="b" l="l" r="r" t="t"/>
                <a:pathLst>
                  <a:path extrusionOk="0" h="188451" w="355108">
                    <a:moveTo>
                      <a:pt x="258670" y="108565"/>
                    </a:moveTo>
                    <a:cubicBezTo>
                      <a:pt x="258097" y="108401"/>
                      <a:pt x="257523" y="108237"/>
                      <a:pt x="256950" y="108073"/>
                    </a:cubicBezTo>
                    <a:cubicBezTo>
                      <a:pt x="255557" y="107663"/>
                      <a:pt x="254164" y="107254"/>
                      <a:pt x="252771" y="106844"/>
                    </a:cubicBezTo>
                    <a:cubicBezTo>
                      <a:pt x="214999" y="95947"/>
                      <a:pt x="170262" y="88572"/>
                      <a:pt x="128557" y="75790"/>
                    </a:cubicBezTo>
                    <a:cubicBezTo>
                      <a:pt x="127000" y="75299"/>
                      <a:pt x="125443" y="74807"/>
                      <a:pt x="123887" y="74316"/>
                    </a:cubicBezTo>
                    <a:cubicBezTo>
                      <a:pt x="123477" y="74234"/>
                      <a:pt x="123149" y="74070"/>
                      <a:pt x="122739" y="73906"/>
                    </a:cubicBezTo>
                    <a:cubicBezTo>
                      <a:pt x="120937" y="73332"/>
                      <a:pt x="119134" y="72759"/>
                      <a:pt x="117332" y="72103"/>
                    </a:cubicBezTo>
                    <a:cubicBezTo>
                      <a:pt x="117168" y="72103"/>
                      <a:pt x="117004" y="72021"/>
                      <a:pt x="116840" y="71939"/>
                    </a:cubicBezTo>
                    <a:cubicBezTo>
                      <a:pt x="112825" y="70547"/>
                      <a:pt x="108810" y="69154"/>
                      <a:pt x="104796" y="67597"/>
                    </a:cubicBezTo>
                    <a:cubicBezTo>
                      <a:pt x="104468" y="67433"/>
                      <a:pt x="104140" y="67351"/>
                      <a:pt x="103812" y="67187"/>
                    </a:cubicBezTo>
                    <a:cubicBezTo>
                      <a:pt x="102256" y="66614"/>
                      <a:pt x="100699" y="65958"/>
                      <a:pt x="99142" y="65385"/>
                    </a:cubicBezTo>
                    <a:cubicBezTo>
                      <a:pt x="98650" y="65221"/>
                      <a:pt x="98241" y="64975"/>
                      <a:pt x="97749" y="64811"/>
                    </a:cubicBezTo>
                    <a:cubicBezTo>
                      <a:pt x="95865" y="64074"/>
                      <a:pt x="94062" y="63254"/>
                      <a:pt x="92177" y="62435"/>
                    </a:cubicBezTo>
                    <a:cubicBezTo>
                      <a:pt x="90457" y="61697"/>
                      <a:pt x="88736" y="60878"/>
                      <a:pt x="87016" y="60141"/>
                    </a:cubicBezTo>
                    <a:cubicBezTo>
                      <a:pt x="86360" y="59895"/>
                      <a:pt x="85786" y="59567"/>
                      <a:pt x="85213" y="59321"/>
                    </a:cubicBezTo>
                    <a:cubicBezTo>
                      <a:pt x="84230" y="58830"/>
                      <a:pt x="83246" y="58420"/>
                      <a:pt x="82263" y="57928"/>
                    </a:cubicBezTo>
                    <a:cubicBezTo>
                      <a:pt x="81444" y="57519"/>
                      <a:pt x="80707" y="57191"/>
                      <a:pt x="79887" y="56781"/>
                    </a:cubicBezTo>
                    <a:cubicBezTo>
                      <a:pt x="79641" y="56617"/>
                      <a:pt x="79314" y="56536"/>
                      <a:pt x="79068" y="56372"/>
                    </a:cubicBezTo>
                    <a:cubicBezTo>
                      <a:pt x="76610" y="55143"/>
                      <a:pt x="74152" y="53832"/>
                      <a:pt x="71858" y="52521"/>
                    </a:cubicBezTo>
                    <a:cubicBezTo>
                      <a:pt x="71858" y="52521"/>
                      <a:pt x="71858" y="52521"/>
                      <a:pt x="71858" y="52521"/>
                    </a:cubicBezTo>
                    <a:cubicBezTo>
                      <a:pt x="70547" y="51783"/>
                      <a:pt x="69318" y="51046"/>
                      <a:pt x="68089" y="50391"/>
                    </a:cubicBezTo>
                    <a:cubicBezTo>
                      <a:pt x="68007" y="50391"/>
                      <a:pt x="67843" y="50226"/>
                      <a:pt x="67761" y="50226"/>
                    </a:cubicBezTo>
                    <a:cubicBezTo>
                      <a:pt x="66532" y="49489"/>
                      <a:pt x="65303" y="48752"/>
                      <a:pt x="64156" y="48014"/>
                    </a:cubicBezTo>
                    <a:cubicBezTo>
                      <a:pt x="63992" y="47932"/>
                      <a:pt x="63746" y="47769"/>
                      <a:pt x="63582" y="47687"/>
                    </a:cubicBezTo>
                    <a:cubicBezTo>
                      <a:pt x="62517" y="47031"/>
                      <a:pt x="61370" y="46294"/>
                      <a:pt x="60305" y="45638"/>
                    </a:cubicBezTo>
                    <a:cubicBezTo>
                      <a:pt x="60305" y="45638"/>
                      <a:pt x="60223" y="45638"/>
                      <a:pt x="60141" y="45556"/>
                    </a:cubicBezTo>
                    <a:cubicBezTo>
                      <a:pt x="58912" y="44737"/>
                      <a:pt x="57683" y="43918"/>
                      <a:pt x="56454" y="43098"/>
                    </a:cubicBezTo>
                    <a:cubicBezTo>
                      <a:pt x="56454" y="43098"/>
                      <a:pt x="56290" y="43016"/>
                      <a:pt x="56208" y="42934"/>
                    </a:cubicBezTo>
                    <a:cubicBezTo>
                      <a:pt x="45229" y="35396"/>
                      <a:pt x="35232" y="26711"/>
                      <a:pt x="26383" y="16633"/>
                    </a:cubicBezTo>
                    <a:cubicBezTo>
                      <a:pt x="21795" y="11389"/>
                      <a:pt x="17698" y="5736"/>
                      <a:pt x="13601" y="0"/>
                    </a:cubicBezTo>
                    <a:cubicBezTo>
                      <a:pt x="11881" y="3114"/>
                      <a:pt x="10160" y="6227"/>
                      <a:pt x="8439" y="9341"/>
                    </a:cubicBezTo>
                    <a:cubicBezTo>
                      <a:pt x="5572" y="14585"/>
                      <a:pt x="2786" y="19746"/>
                      <a:pt x="0" y="24990"/>
                    </a:cubicBezTo>
                    <a:cubicBezTo>
                      <a:pt x="164" y="25236"/>
                      <a:pt x="410" y="25482"/>
                      <a:pt x="574" y="25728"/>
                    </a:cubicBezTo>
                    <a:cubicBezTo>
                      <a:pt x="13929" y="45638"/>
                      <a:pt x="31136" y="61370"/>
                      <a:pt x="51620" y="73742"/>
                    </a:cubicBezTo>
                    <a:cubicBezTo>
                      <a:pt x="65630" y="82181"/>
                      <a:pt x="80543" y="88900"/>
                      <a:pt x="95947" y="94472"/>
                    </a:cubicBezTo>
                    <a:cubicBezTo>
                      <a:pt x="113809" y="100945"/>
                      <a:pt x="131998" y="105943"/>
                      <a:pt x="150434" y="110367"/>
                    </a:cubicBezTo>
                    <a:cubicBezTo>
                      <a:pt x="172229" y="115611"/>
                      <a:pt x="194269" y="119872"/>
                      <a:pt x="216064" y="125443"/>
                    </a:cubicBezTo>
                    <a:cubicBezTo>
                      <a:pt x="228846" y="128721"/>
                      <a:pt x="241546" y="132326"/>
                      <a:pt x="254000" y="136587"/>
                    </a:cubicBezTo>
                    <a:cubicBezTo>
                      <a:pt x="265553" y="140520"/>
                      <a:pt x="276860" y="145108"/>
                      <a:pt x="287839" y="150434"/>
                    </a:cubicBezTo>
                    <a:cubicBezTo>
                      <a:pt x="296197" y="154530"/>
                      <a:pt x="304227" y="159119"/>
                      <a:pt x="311928" y="164199"/>
                    </a:cubicBezTo>
                    <a:cubicBezTo>
                      <a:pt x="322580" y="171327"/>
                      <a:pt x="332412" y="179357"/>
                      <a:pt x="341425" y="188452"/>
                    </a:cubicBezTo>
                    <a:lnTo>
                      <a:pt x="355109" y="163461"/>
                    </a:lnTo>
                    <a:cubicBezTo>
                      <a:pt x="355109" y="163461"/>
                      <a:pt x="342163" y="144125"/>
                      <a:pt x="289888" y="120117"/>
                    </a:cubicBezTo>
                    <a:cubicBezTo>
                      <a:pt x="280383" y="115775"/>
                      <a:pt x="269978" y="112006"/>
                      <a:pt x="258916" y="1086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2"/>
              <p:cNvSpPr/>
              <p:nvPr/>
            </p:nvSpPr>
            <p:spPr>
              <a:xfrm>
                <a:off x="6204892" y="3021370"/>
                <a:ext cx="354862" cy="188205"/>
              </a:xfrm>
              <a:custGeom>
                <a:rect b="b" l="l" r="r" t="t"/>
                <a:pathLst>
                  <a:path extrusionOk="0" h="188205" w="354862">
                    <a:moveTo>
                      <a:pt x="302588" y="125771"/>
                    </a:moveTo>
                    <a:cubicBezTo>
                      <a:pt x="288249" y="118643"/>
                      <a:pt x="273173" y="112989"/>
                      <a:pt x="257851" y="108237"/>
                    </a:cubicBezTo>
                    <a:cubicBezTo>
                      <a:pt x="241054" y="102993"/>
                      <a:pt x="223930" y="98732"/>
                      <a:pt x="206723" y="94881"/>
                    </a:cubicBezTo>
                    <a:cubicBezTo>
                      <a:pt x="182634" y="89474"/>
                      <a:pt x="158381" y="84475"/>
                      <a:pt x="134620" y="77511"/>
                    </a:cubicBezTo>
                    <a:cubicBezTo>
                      <a:pt x="121346" y="73578"/>
                      <a:pt x="108155" y="69236"/>
                      <a:pt x="95373" y="63828"/>
                    </a:cubicBezTo>
                    <a:cubicBezTo>
                      <a:pt x="82919" y="58584"/>
                      <a:pt x="70956" y="52521"/>
                      <a:pt x="59649" y="45147"/>
                    </a:cubicBezTo>
                    <a:cubicBezTo>
                      <a:pt x="47522" y="37199"/>
                      <a:pt x="36543" y="28022"/>
                      <a:pt x="26957" y="17207"/>
                    </a:cubicBezTo>
                    <a:cubicBezTo>
                      <a:pt x="22122" y="11799"/>
                      <a:pt x="17862" y="5899"/>
                      <a:pt x="13683" y="0"/>
                    </a:cubicBezTo>
                    <a:cubicBezTo>
                      <a:pt x="12045" y="2868"/>
                      <a:pt x="10488" y="5817"/>
                      <a:pt x="8849" y="8685"/>
                    </a:cubicBezTo>
                    <a:cubicBezTo>
                      <a:pt x="5899" y="14093"/>
                      <a:pt x="2950" y="19583"/>
                      <a:pt x="0" y="24990"/>
                    </a:cubicBezTo>
                    <a:cubicBezTo>
                      <a:pt x="3605" y="29988"/>
                      <a:pt x="7210" y="35068"/>
                      <a:pt x="11225" y="39739"/>
                    </a:cubicBezTo>
                    <a:cubicBezTo>
                      <a:pt x="27530" y="58994"/>
                      <a:pt x="47850" y="72923"/>
                      <a:pt x="70383" y="83738"/>
                    </a:cubicBezTo>
                    <a:cubicBezTo>
                      <a:pt x="79559" y="88163"/>
                      <a:pt x="88900" y="91850"/>
                      <a:pt x="98486" y="95291"/>
                    </a:cubicBezTo>
                    <a:cubicBezTo>
                      <a:pt x="112907" y="100453"/>
                      <a:pt x="127655" y="104632"/>
                      <a:pt x="142486" y="108401"/>
                    </a:cubicBezTo>
                    <a:cubicBezTo>
                      <a:pt x="160184" y="112907"/>
                      <a:pt x="178046" y="116512"/>
                      <a:pt x="195744" y="120609"/>
                    </a:cubicBezTo>
                    <a:cubicBezTo>
                      <a:pt x="217375" y="125525"/>
                      <a:pt x="238842" y="131097"/>
                      <a:pt x="259654" y="138635"/>
                    </a:cubicBezTo>
                    <a:cubicBezTo>
                      <a:pt x="276041" y="144534"/>
                      <a:pt x="291854" y="151663"/>
                      <a:pt x="306684" y="160921"/>
                    </a:cubicBezTo>
                    <a:cubicBezTo>
                      <a:pt x="317582" y="167722"/>
                      <a:pt x="327742" y="175424"/>
                      <a:pt x="337001" y="184273"/>
                    </a:cubicBezTo>
                    <a:cubicBezTo>
                      <a:pt x="338393" y="185584"/>
                      <a:pt x="339704" y="186895"/>
                      <a:pt x="341097" y="188206"/>
                    </a:cubicBezTo>
                    <a:lnTo>
                      <a:pt x="354863" y="163216"/>
                    </a:lnTo>
                    <a:cubicBezTo>
                      <a:pt x="339541" y="147812"/>
                      <a:pt x="321843" y="135603"/>
                      <a:pt x="302424" y="1259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22"/>
              <p:cNvSpPr/>
              <p:nvPr/>
            </p:nvSpPr>
            <p:spPr>
              <a:xfrm>
                <a:off x="6178427" y="3070040"/>
                <a:ext cx="354698" cy="187960"/>
              </a:xfrm>
              <a:custGeom>
                <a:rect b="b" l="l" r="r" t="t"/>
                <a:pathLst>
                  <a:path extrusionOk="0" h="187960" w="354698">
                    <a:moveTo>
                      <a:pt x="285955" y="118397"/>
                    </a:moveTo>
                    <a:cubicBezTo>
                      <a:pt x="267438" y="110777"/>
                      <a:pt x="248346" y="105123"/>
                      <a:pt x="229010" y="100207"/>
                    </a:cubicBezTo>
                    <a:cubicBezTo>
                      <a:pt x="210738" y="95537"/>
                      <a:pt x="192221" y="91850"/>
                      <a:pt x="173785" y="87589"/>
                    </a:cubicBezTo>
                    <a:cubicBezTo>
                      <a:pt x="153219" y="82837"/>
                      <a:pt x="132817" y="77593"/>
                      <a:pt x="112907" y="70546"/>
                    </a:cubicBezTo>
                    <a:cubicBezTo>
                      <a:pt x="97176" y="64975"/>
                      <a:pt x="81935" y="58420"/>
                      <a:pt x="67515" y="49981"/>
                    </a:cubicBezTo>
                    <a:cubicBezTo>
                      <a:pt x="55634" y="43016"/>
                      <a:pt x="44573" y="34823"/>
                      <a:pt x="34659" y="25236"/>
                    </a:cubicBezTo>
                    <a:cubicBezTo>
                      <a:pt x="26711" y="17534"/>
                      <a:pt x="19910" y="9013"/>
                      <a:pt x="13683" y="0"/>
                    </a:cubicBezTo>
                    <a:cubicBezTo>
                      <a:pt x="13519" y="164"/>
                      <a:pt x="13356" y="246"/>
                      <a:pt x="13274" y="410"/>
                    </a:cubicBezTo>
                    <a:cubicBezTo>
                      <a:pt x="10406" y="5654"/>
                      <a:pt x="7620" y="10897"/>
                      <a:pt x="4752" y="16141"/>
                    </a:cubicBezTo>
                    <a:cubicBezTo>
                      <a:pt x="3196" y="19009"/>
                      <a:pt x="1557" y="21877"/>
                      <a:pt x="0" y="24663"/>
                    </a:cubicBezTo>
                    <a:cubicBezTo>
                      <a:pt x="2704" y="28923"/>
                      <a:pt x="5736" y="32938"/>
                      <a:pt x="8849" y="36871"/>
                    </a:cubicBezTo>
                    <a:cubicBezTo>
                      <a:pt x="25154" y="57109"/>
                      <a:pt x="45802" y="71776"/>
                      <a:pt x="68908" y="83001"/>
                    </a:cubicBezTo>
                    <a:cubicBezTo>
                      <a:pt x="83410" y="90047"/>
                      <a:pt x="98486" y="95619"/>
                      <a:pt x="113890" y="100371"/>
                    </a:cubicBezTo>
                    <a:cubicBezTo>
                      <a:pt x="131015" y="105615"/>
                      <a:pt x="148303" y="109957"/>
                      <a:pt x="165756" y="113808"/>
                    </a:cubicBezTo>
                    <a:cubicBezTo>
                      <a:pt x="187550" y="118643"/>
                      <a:pt x="209345" y="123231"/>
                      <a:pt x="230812" y="129294"/>
                    </a:cubicBezTo>
                    <a:cubicBezTo>
                      <a:pt x="244414" y="133145"/>
                      <a:pt x="257933" y="137488"/>
                      <a:pt x="271043" y="142813"/>
                    </a:cubicBezTo>
                    <a:cubicBezTo>
                      <a:pt x="282595" y="147484"/>
                      <a:pt x="293821" y="152892"/>
                      <a:pt x="304472" y="159365"/>
                    </a:cubicBezTo>
                    <a:cubicBezTo>
                      <a:pt x="316107" y="166411"/>
                      <a:pt x="327005" y="174522"/>
                      <a:pt x="336919" y="183945"/>
                    </a:cubicBezTo>
                    <a:cubicBezTo>
                      <a:pt x="338312" y="185256"/>
                      <a:pt x="339704" y="186649"/>
                      <a:pt x="341015" y="187960"/>
                    </a:cubicBezTo>
                    <a:lnTo>
                      <a:pt x="354699" y="162970"/>
                    </a:lnTo>
                    <a:cubicBezTo>
                      <a:pt x="334952" y="143223"/>
                      <a:pt x="311683" y="128885"/>
                      <a:pt x="285873" y="1183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22"/>
              <p:cNvSpPr/>
              <p:nvPr/>
            </p:nvSpPr>
            <p:spPr>
              <a:xfrm>
                <a:off x="6231603" y="2972537"/>
                <a:ext cx="355026" cy="188369"/>
              </a:xfrm>
              <a:custGeom>
                <a:rect b="b" l="l" r="r" t="t"/>
                <a:pathLst>
                  <a:path extrusionOk="0" h="188369" w="355026">
                    <a:moveTo>
                      <a:pt x="355027" y="163215"/>
                    </a:moveTo>
                    <a:cubicBezTo>
                      <a:pt x="339868" y="147975"/>
                      <a:pt x="322498" y="135849"/>
                      <a:pt x="303325" y="126263"/>
                    </a:cubicBezTo>
                    <a:cubicBezTo>
                      <a:pt x="289396" y="119298"/>
                      <a:pt x="274812" y="113644"/>
                      <a:pt x="259981" y="108974"/>
                    </a:cubicBezTo>
                    <a:cubicBezTo>
                      <a:pt x="241464" y="103075"/>
                      <a:pt x="222537" y="98404"/>
                      <a:pt x="203610" y="94226"/>
                    </a:cubicBezTo>
                    <a:cubicBezTo>
                      <a:pt x="182552" y="89555"/>
                      <a:pt x="161413" y="85049"/>
                      <a:pt x="140601" y="79231"/>
                    </a:cubicBezTo>
                    <a:cubicBezTo>
                      <a:pt x="125607" y="75053"/>
                      <a:pt x="110859" y="70301"/>
                      <a:pt x="96520" y="64319"/>
                    </a:cubicBezTo>
                    <a:cubicBezTo>
                      <a:pt x="84475" y="59321"/>
                      <a:pt x="72759" y="53504"/>
                      <a:pt x="61697" y="46457"/>
                    </a:cubicBezTo>
                    <a:cubicBezTo>
                      <a:pt x="48588" y="38100"/>
                      <a:pt x="36707" y="28350"/>
                      <a:pt x="26465" y="16633"/>
                    </a:cubicBezTo>
                    <a:cubicBezTo>
                      <a:pt x="21877" y="11389"/>
                      <a:pt x="17698" y="5735"/>
                      <a:pt x="13683" y="0"/>
                    </a:cubicBezTo>
                    <a:cubicBezTo>
                      <a:pt x="13356" y="573"/>
                      <a:pt x="12946" y="1147"/>
                      <a:pt x="12618" y="1803"/>
                    </a:cubicBezTo>
                    <a:cubicBezTo>
                      <a:pt x="10898" y="4916"/>
                      <a:pt x="9177" y="8112"/>
                      <a:pt x="7456" y="11225"/>
                    </a:cubicBezTo>
                    <a:cubicBezTo>
                      <a:pt x="4998" y="15813"/>
                      <a:pt x="2540" y="20484"/>
                      <a:pt x="0" y="25072"/>
                    </a:cubicBezTo>
                    <a:cubicBezTo>
                      <a:pt x="246" y="25400"/>
                      <a:pt x="492" y="25728"/>
                      <a:pt x="738" y="26055"/>
                    </a:cubicBezTo>
                    <a:cubicBezTo>
                      <a:pt x="9669" y="39165"/>
                      <a:pt x="20238" y="50718"/>
                      <a:pt x="32692" y="60632"/>
                    </a:cubicBezTo>
                    <a:cubicBezTo>
                      <a:pt x="47277" y="72185"/>
                      <a:pt x="63336" y="81034"/>
                      <a:pt x="80379" y="88326"/>
                    </a:cubicBezTo>
                    <a:cubicBezTo>
                      <a:pt x="89556" y="92259"/>
                      <a:pt x="98896" y="95701"/>
                      <a:pt x="108401" y="98732"/>
                    </a:cubicBezTo>
                    <a:cubicBezTo>
                      <a:pt x="124788" y="104058"/>
                      <a:pt x="141503" y="108319"/>
                      <a:pt x="158217" y="112251"/>
                    </a:cubicBezTo>
                    <a:cubicBezTo>
                      <a:pt x="178128" y="116840"/>
                      <a:pt x="198202" y="120855"/>
                      <a:pt x="217948" y="126017"/>
                    </a:cubicBezTo>
                    <a:cubicBezTo>
                      <a:pt x="230157" y="129212"/>
                      <a:pt x="242365" y="132654"/>
                      <a:pt x="254328" y="136750"/>
                    </a:cubicBezTo>
                    <a:cubicBezTo>
                      <a:pt x="265143" y="140437"/>
                      <a:pt x="275795" y="144698"/>
                      <a:pt x="286119" y="149696"/>
                    </a:cubicBezTo>
                    <a:cubicBezTo>
                      <a:pt x="296607" y="154776"/>
                      <a:pt x="306603" y="160512"/>
                      <a:pt x="316107" y="167148"/>
                    </a:cubicBezTo>
                    <a:cubicBezTo>
                      <a:pt x="325120" y="173457"/>
                      <a:pt x="333560" y="180586"/>
                      <a:pt x="341262" y="188370"/>
                    </a:cubicBezTo>
                    <a:lnTo>
                      <a:pt x="355027" y="16337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22"/>
              <p:cNvSpPr/>
              <p:nvPr/>
            </p:nvSpPr>
            <p:spPr>
              <a:xfrm>
                <a:off x="6096983" y="2924441"/>
                <a:ext cx="20729" cy="21630"/>
              </a:xfrm>
              <a:custGeom>
                <a:rect b="b" l="l" r="r" t="t"/>
                <a:pathLst>
                  <a:path extrusionOk="0" h="21630" w="20729">
                    <a:moveTo>
                      <a:pt x="11225" y="21631"/>
                    </a:moveTo>
                    <a:cubicBezTo>
                      <a:pt x="10160" y="19255"/>
                      <a:pt x="9177" y="17288"/>
                      <a:pt x="8276" y="15158"/>
                    </a:cubicBezTo>
                    <a:cubicBezTo>
                      <a:pt x="7948" y="14420"/>
                      <a:pt x="7538" y="14257"/>
                      <a:pt x="6801" y="14420"/>
                    </a:cubicBezTo>
                    <a:cubicBezTo>
                      <a:pt x="4588" y="14912"/>
                      <a:pt x="2376" y="15240"/>
                      <a:pt x="0" y="15322"/>
                    </a:cubicBezTo>
                    <a:cubicBezTo>
                      <a:pt x="1475" y="13847"/>
                      <a:pt x="2950" y="12290"/>
                      <a:pt x="4588" y="10897"/>
                    </a:cubicBezTo>
                    <a:cubicBezTo>
                      <a:pt x="5490" y="10078"/>
                      <a:pt x="5736" y="9504"/>
                      <a:pt x="5080" y="8357"/>
                    </a:cubicBezTo>
                    <a:cubicBezTo>
                      <a:pt x="4097" y="6637"/>
                      <a:pt x="3277" y="4834"/>
                      <a:pt x="2294" y="2786"/>
                    </a:cubicBezTo>
                    <a:cubicBezTo>
                      <a:pt x="4507" y="3769"/>
                      <a:pt x="6391" y="4588"/>
                      <a:pt x="8276" y="5490"/>
                    </a:cubicBezTo>
                    <a:cubicBezTo>
                      <a:pt x="9095" y="5899"/>
                      <a:pt x="9668" y="5899"/>
                      <a:pt x="10324" y="5162"/>
                    </a:cubicBezTo>
                    <a:cubicBezTo>
                      <a:pt x="11881" y="3523"/>
                      <a:pt x="13601" y="1966"/>
                      <a:pt x="15568" y="0"/>
                    </a:cubicBezTo>
                    <a:cubicBezTo>
                      <a:pt x="15076" y="2458"/>
                      <a:pt x="14749" y="4588"/>
                      <a:pt x="14257" y="6555"/>
                    </a:cubicBezTo>
                    <a:cubicBezTo>
                      <a:pt x="13929" y="7784"/>
                      <a:pt x="14257" y="8439"/>
                      <a:pt x="15404" y="9013"/>
                    </a:cubicBezTo>
                    <a:cubicBezTo>
                      <a:pt x="17207" y="9832"/>
                      <a:pt x="18845" y="10815"/>
                      <a:pt x="20730" y="11798"/>
                    </a:cubicBezTo>
                    <a:cubicBezTo>
                      <a:pt x="20238" y="12372"/>
                      <a:pt x="19583" y="12208"/>
                      <a:pt x="19091" y="12290"/>
                    </a:cubicBezTo>
                    <a:cubicBezTo>
                      <a:pt x="17534" y="12536"/>
                      <a:pt x="15978" y="12864"/>
                      <a:pt x="14503" y="12946"/>
                    </a:cubicBezTo>
                    <a:cubicBezTo>
                      <a:pt x="13192" y="12946"/>
                      <a:pt x="12864" y="13683"/>
                      <a:pt x="12700" y="14748"/>
                    </a:cubicBezTo>
                    <a:cubicBezTo>
                      <a:pt x="12372" y="16879"/>
                      <a:pt x="11881" y="19009"/>
                      <a:pt x="11389" y="2138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22"/>
              <p:cNvSpPr/>
              <p:nvPr/>
            </p:nvSpPr>
            <p:spPr>
              <a:xfrm>
                <a:off x="6078219" y="2958936"/>
                <a:ext cx="21057" cy="21467"/>
              </a:xfrm>
              <a:custGeom>
                <a:rect b="b" l="l" r="r" t="t"/>
                <a:pathLst>
                  <a:path extrusionOk="0" h="21467" w="21057">
                    <a:moveTo>
                      <a:pt x="2212" y="2622"/>
                    </a:moveTo>
                    <a:cubicBezTo>
                      <a:pt x="4589" y="3687"/>
                      <a:pt x="6637" y="4506"/>
                      <a:pt x="8521" y="5490"/>
                    </a:cubicBezTo>
                    <a:cubicBezTo>
                      <a:pt x="9341" y="5899"/>
                      <a:pt x="9750" y="5735"/>
                      <a:pt x="10324" y="5162"/>
                    </a:cubicBezTo>
                    <a:cubicBezTo>
                      <a:pt x="11963" y="3523"/>
                      <a:pt x="13683" y="1884"/>
                      <a:pt x="15568" y="0"/>
                    </a:cubicBezTo>
                    <a:cubicBezTo>
                      <a:pt x="15076" y="2622"/>
                      <a:pt x="14667" y="4916"/>
                      <a:pt x="14175" y="7128"/>
                    </a:cubicBezTo>
                    <a:cubicBezTo>
                      <a:pt x="14011" y="7948"/>
                      <a:pt x="14175" y="8276"/>
                      <a:pt x="14912" y="8685"/>
                    </a:cubicBezTo>
                    <a:cubicBezTo>
                      <a:pt x="16879" y="9668"/>
                      <a:pt x="18763" y="10816"/>
                      <a:pt x="21057" y="12045"/>
                    </a:cubicBezTo>
                    <a:cubicBezTo>
                      <a:pt x="18600" y="12454"/>
                      <a:pt x="16469" y="12782"/>
                      <a:pt x="14421" y="13028"/>
                    </a:cubicBezTo>
                    <a:cubicBezTo>
                      <a:pt x="13356" y="13191"/>
                      <a:pt x="12864" y="13519"/>
                      <a:pt x="12700" y="14667"/>
                    </a:cubicBezTo>
                    <a:cubicBezTo>
                      <a:pt x="12372" y="16797"/>
                      <a:pt x="11881" y="18927"/>
                      <a:pt x="11307" y="21467"/>
                    </a:cubicBezTo>
                    <a:cubicBezTo>
                      <a:pt x="10242" y="19091"/>
                      <a:pt x="9259" y="17207"/>
                      <a:pt x="8439" y="15240"/>
                    </a:cubicBezTo>
                    <a:cubicBezTo>
                      <a:pt x="8030" y="14339"/>
                      <a:pt x="7620" y="14093"/>
                      <a:pt x="6637" y="14339"/>
                    </a:cubicBezTo>
                    <a:cubicBezTo>
                      <a:pt x="4916" y="14748"/>
                      <a:pt x="3114" y="15076"/>
                      <a:pt x="1311" y="15322"/>
                    </a:cubicBezTo>
                    <a:cubicBezTo>
                      <a:pt x="901" y="15322"/>
                      <a:pt x="492" y="15731"/>
                      <a:pt x="0" y="15322"/>
                    </a:cubicBezTo>
                    <a:cubicBezTo>
                      <a:pt x="1639" y="13683"/>
                      <a:pt x="3359" y="12045"/>
                      <a:pt x="4998" y="10406"/>
                    </a:cubicBezTo>
                    <a:cubicBezTo>
                      <a:pt x="5572" y="9914"/>
                      <a:pt x="5654" y="9423"/>
                      <a:pt x="5244" y="8767"/>
                    </a:cubicBezTo>
                    <a:cubicBezTo>
                      <a:pt x="4261" y="6883"/>
                      <a:pt x="3278" y="4916"/>
                      <a:pt x="2212" y="2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22"/>
              <p:cNvSpPr/>
              <p:nvPr/>
            </p:nvSpPr>
            <p:spPr>
              <a:xfrm>
                <a:off x="6115254" y="2890274"/>
                <a:ext cx="21467" cy="21057"/>
              </a:xfrm>
              <a:custGeom>
                <a:rect b="b" l="l" r="r" t="t"/>
                <a:pathLst>
                  <a:path extrusionOk="0" h="21057" w="21467">
                    <a:moveTo>
                      <a:pt x="2704" y="2704"/>
                    </a:moveTo>
                    <a:cubicBezTo>
                      <a:pt x="4752" y="3359"/>
                      <a:pt x="6309" y="4097"/>
                      <a:pt x="7866" y="5080"/>
                    </a:cubicBezTo>
                    <a:cubicBezTo>
                      <a:pt x="9341" y="5981"/>
                      <a:pt x="10324" y="5817"/>
                      <a:pt x="11471" y="4506"/>
                    </a:cubicBezTo>
                    <a:cubicBezTo>
                      <a:pt x="12782" y="2950"/>
                      <a:pt x="14257" y="1639"/>
                      <a:pt x="15977" y="0"/>
                    </a:cubicBezTo>
                    <a:cubicBezTo>
                      <a:pt x="15486" y="2622"/>
                      <a:pt x="15076" y="4834"/>
                      <a:pt x="14585" y="7046"/>
                    </a:cubicBezTo>
                    <a:cubicBezTo>
                      <a:pt x="14339" y="8030"/>
                      <a:pt x="14585" y="8439"/>
                      <a:pt x="15404" y="8849"/>
                    </a:cubicBezTo>
                    <a:cubicBezTo>
                      <a:pt x="17288" y="9832"/>
                      <a:pt x="19173" y="10816"/>
                      <a:pt x="21467" y="12045"/>
                    </a:cubicBezTo>
                    <a:cubicBezTo>
                      <a:pt x="18927" y="12454"/>
                      <a:pt x="16797" y="12864"/>
                      <a:pt x="14585" y="13110"/>
                    </a:cubicBezTo>
                    <a:cubicBezTo>
                      <a:pt x="13683" y="13191"/>
                      <a:pt x="13191" y="13519"/>
                      <a:pt x="13028" y="14585"/>
                    </a:cubicBezTo>
                    <a:cubicBezTo>
                      <a:pt x="12700" y="16715"/>
                      <a:pt x="12126" y="18927"/>
                      <a:pt x="11389" y="21057"/>
                    </a:cubicBezTo>
                    <a:cubicBezTo>
                      <a:pt x="10488" y="19091"/>
                      <a:pt x="9586" y="17207"/>
                      <a:pt x="8767" y="15158"/>
                    </a:cubicBezTo>
                    <a:cubicBezTo>
                      <a:pt x="8439" y="14339"/>
                      <a:pt x="8030" y="14175"/>
                      <a:pt x="7210" y="14339"/>
                    </a:cubicBezTo>
                    <a:cubicBezTo>
                      <a:pt x="4998" y="14830"/>
                      <a:pt x="2704" y="15240"/>
                      <a:pt x="0" y="15732"/>
                    </a:cubicBezTo>
                    <a:cubicBezTo>
                      <a:pt x="1966" y="13765"/>
                      <a:pt x="3687" y="12045"/>
                      <a:pt x="5408" y="10406"/>
                    </a:cubicBezTo>
                    <a:cubicBezTo>
                      <a:pt x="5981" y="9832"/>
                      <a:pt x="6063" y="9423"/>
                      <a:pt x="5654" y="8767"/>
                    </a:cubicBezTo>
                    <a:cubicBezTo>
                      <a:pt x="4670" y="6883"/>
                      <a:pt x="3687" y="4916"/>
                      <a:pt x="2622" y="278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>
                <a:off x="6143604" y="2884047"/>
                <a:ext cx="20401" cy="21303"/>
              </a:xfrm>
              <a:custGeom>
                <a:rect b="b" l="l" r="r" t="t"/>
                <a:pathLst>
                  <a:path extrusionOk="0" h="21303" w="20401">
                    <a:moveTo>
                      <a:pt x="10488" y="21303"/>
                    </a:moveTo>
                    <a:cubicBezTo>
                      <a:pt x="9750" y="19419"/>
                      <a:pt x="8931" y="17534"/>
                      <a:pt x="8357" y="15650"/>
                    </a:cubicBezTo>
                    <a:cubicBezTo>
                      <a:pt x="8030" y="14503"/>
                      <a:pt x="7456" y="14257"/>
                      <a:pt x="6309" y="14421"/>
                    </a:cubicBezTo>
                    <a:cubicBezTo>
                      <a:pt x="4343" y="14749"/>
                      <a:pt x="2376" y="14912"/>
                      <a:pt x="0" y="15158"/>
                    </a:cubicBezTo>
                    <a:cubicBezTo>
                      <a:pt x="1803" y="13356"/>
                      <a:pt x="3277" y="11799"/>
                      <a:pt x="4998" y="10324"/>
                    </a:cubicBezTo>
                    <a:cubicBezTo>
                      <a:pt x="5817" y="9587"/>
                      <a:pt x="5899" y="8931"/>
                      <a:pt x="5408" y="8030"/>
                    </a:cubicBezTo>
                    <a:cubicBezTo>
                      <a:pt x="4506" y="6063"/>
                      <a:pt x="3769" y="4097"/>
                      <a:pt x="3196" y="1885"/>
                    </a:cubicBezTo>
                    <a:cubicBezTo>
                      <a:pt x="4998" y="2950"/>
                      <a:pt x="6801" y="3933"/>
                      <a:pt x="8521" y="5080"/>
                    </a:cubicBezTo>
                    <a:cubicBezTo>
                      <a:pt x="9423" y="5736"/>
                      <a:pt x="9996" y="5490"/>
                      <a:pt x="10652" y="4752"/>
                    </a:cubicBezTo>
                    <a:cubicBezTo>
                      <a:pt x="12127" y="3196"/>
                      <a:pt x="13765" y="1721"/>
                      <a:pt x="15568" y="0"/>
                    </a:cubicBezTo>
                    <a:cubicBezTo>
                      <a:pt x="14994" y="2622"/>
                      <a:pt x="14585" y="4834"/>
                      <a:pt x="14093" y="6965"/>
                    </a:cubicBezTo>
                    <a:cubicBezTo>
                      <a:pt x="13847" y="8112"/>
                      <a:pt x="14093" y="8685"/>
                      <a:pt x="15076" y="9259"/>
                    </a:cubicBezTo>
                    <a:cubicBezTo>
                      <a:pt x="16797" y="10324"/>
                      <a:pt x="18435" y="11553"/>
                      <a:pt x="20402" y="12946"/>
                    </a:cubicBezTo>
                    <a:cubicBezTo>
                      <a:pt x="17944" y="13192"/>
                      <a:pt x="15896" y="13356"/>
                      <a:pt x="13765" y="13520"/>
                    </a:cubicBezTo>
                    <a:cubicBezTo>
                      <a:pt x="12946" y="13520"/>
                      <a:pt x="12618" y="13847"/>
                      <a:pt x="12454" y="14667"/>
                    </a:cubicBezTo>
                    <a:cubicBezTo>
                      <a:pt x="12045" y="16715"/>
                      <a:pt x="11553" y="18681"/>
                      <a:pt x="11143" y="20730"/>
                    </a:cubicBezTo>
                    <a:cubicBezTo>
                      <a:pt x="11143" y="21057"/>
                      <a:pt x="11143" y="21467"/>
                      <a:pt x="10570" y="212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>
                <a:off x="6106078" y="2953364"/>
                <a:ext cx="20401" cy="20850"/>
              </a:xfrm>
              <a:custGeom>
                <a:rect b="b" l="l" r="r" t="t"/>
                <a:pathLst>
                  <a:path extrusionOk="0" h="20850" w="20401">
                    <a:moveTo>
                      <a:pt x="10569" y="20811"/>
                    </a:moveTo>
                    <a:cubicBezTo>
                      <a:pt x="9832" y="18927"/>
                      <a:pt x="9095" y="17042"/>
                      <a:pt x="8439" y="15158"/>
                    </a:cubicBezTo>
                    <a:cubicBezTo>
                      <a:pt x="8112" y="14093"/>
                      <a:pt x="7620" y="13683"/>
                      <a:pt x="6391" y="13847"/>
                    </a:cubicBezTo>
                    <a:cubicBezTo>
                      <a:pt x="4424" y="14175"/>
                      <a:pt x="2376" y="14339"/>
                      <a:pt x="0" y="14585"/>
                    </a:cubicBezTo>
                    <a:cubicBezTo>
                      <a:pt x="1721" y="12946"/>
                      <a:pt x="3113" y="11389"/>
                      <a:pt x="4670" y="10078"/>
                    </a:cubicBezTo>
                    <a:cubicBezTo>
                      <a:pt x="5735" y="9095"/>
                      <a:pt x="5899" y="8275"/>
                      <a:pt x="5244" y="7046"/>
                    </a:cubicBezTo>
                    <a:cubicBezTo>
                      <a:pt x="4343" y="5326"/>
                      <a:pt x="3687" y="3441"/>
                      <a:pt x="2868" y="1393"/>
                    </a:cubicBezTo>
                    <a:cubicBezTo>
                      <a:pt x="4752" y="2130"/>
                      <a:pt x="6227" y="3195"/>
                      <a:pt x="7702" y="4097"/>
                    </a:cubicBezTo>
                    <a:cubicBezTo>
                      <a:pt x="9586" y="5326"/>
                      <a:pt x="9586" y="5326"/>
                      <a:pt x="11143" y="3769"/>
                    </a:cubicBezTo>
                    <a:cubicBezTo>
                      <a:pt x="12536" y="2458"/>
                      <a:pt x="13847" y="1147"/>
                      <a:pt x="15486" y="0"/>
                    </a:cubicBezTo>
                    <a:cubicBezTo>
                      <a:pt x="15076" y="2048"/>
                      <a:pt x="14748" y="4097"/>
                      <a:pt x="14175" y="6063"/>
                    </a:cubicBezTo>
                    <a:cubicBezTo>
                      <a:pt x="13847" y="7374"/>
                      <a:pt x="13929" y="8275"/>
                      <a:pt x="15322" y="9013"/>
                    </a:cubicBezTo>
                    <a:cubicBezTo>
                      <a:pt x="16960" y="9914"/>
                      <a:pt x="18435" y="11143"/>
                      <a:pt x="20402" y="12536"/>
                    </a:cubicBezTo>
                    <a:cubicBezTo>
                      <a:pt x="17944" y="12782"/>
                      <a:pt x="15977" y="12946"/>
                      <a:pt x="13929" y="13028"/>
                    </a:cubicBezTo>
                    <a:cubicBezTo>
                      <a:pt x="12946" y="13028"/>
                      <a:pt x="12536" y="13437"/>
                      <a:pt x="12372" y="14420"/>
                    </a:cubicBezTo>
                    <a:cubicBezTo>
                      <a:pt x="12045" y="16387"/>
                      <a:pt x="11553" y="18353"/>
                      <a:pt x="11061" y="20320"/>
                    </a:cubicBezTo>
                    <a:cubicBezTo>
                      <a:pt x="11061" y="20648"/>
                      <a:pt x="11061" y="21057"/>
                      <a:pt x="10488" y="20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22"/>
              <p:cNvSpPr/>
              <p:nvPr/>
            </p:nvSpPr>
            <p:spPr>
              <a:xfrm>
                <a:off x="6162367" y="2849961"/>
                <a:ext cx="20483" cy="21467"/>
              </a:xfrm>
              <a:custGeom>
                <a:rect b="b" l="l" r="r" t="t"/>
                <a:pathLst>
                  <a:path extrusionOk="0" h="21467" w="20483">
                    <a:moveTo>
                      <a:pt x="20320" y="12946"/>
                    </a:moveTo>
                    <a:cubicBezTo>
                      <a:pt x="17944" y="13110"/>
                      <a:pt x="16059" y="13356"/>
                      <a:pt x="14093" y="13438"/>
                    </a:cubicBezTo>
                    <a:cubicBezTo>
                      <a:pt x="13028" y="13438"/>
                      <a:pt x="12536" y="13683"/>
                      <a:pt x="12372" y="14912"/>
                    </a:cubicBezTo>
                    <a:cubicBezTo>
                      <a:pt x="12045" y="17125"/>
                      <a:pt x="11471" y="19255"/>
                      <a:pt x="10652" y="21467"/>
                    </a:cubicBezTo>
                    <a:cubicBezTo>
                      <a:pt x="9914" y="19419"/>
                      <a:pt x="9095" y="17452"/>
                      <a:pt x="8357" y="15404"/>
                    </a:cubicBezTo>
                    <a:cubicBezTo>
                      <a:pt x="8030" y="14421"/>
                      <a:pt x="7620" y="14093"/>
                      <a:pt x="6555" y="14257"/>
                    </a:cubicBezTo>
                    <a:cubicBezTo>
                      <a:pt x="4506" y="14585"/>
                      <a:pt x="2458" y="14749"/>
                      <a:pt x="0" y="15076"/>
                    </a:cubicBezTo>
                    <a:cubicBezTo>
                      <a:pt x="1803" y="13356"/>
                      <a:pt x="3277" y="11799"/>
                      <a:pt x="4834" y="10406"/>
                    </a:cubicBezTo>
                    <a:cubicBezTo>
                      <a:pt x="5735" y="9587"/>
                      <a:pt x="5899" y="8931"/>
                      <a:pt x="5408" y="7866"/>
                    </a:cubicBezTo>
                    <a:cubicBezTo>
                      <a:pt x="4506" y="5981"/>
                      <a:pt x="3769" y="4015"/>
                      <a:pt x="2786" y="1639"/>
                    </a:cubicBezTo>
                    <a:cubicBezTo>
                      <a:pt x="4998" y="2950"/>
                      <a:pt x="6965" y="4097"/>
                      <a:pt x="8849" y="5244"/>
                    </a:cubicBezTo>
                    <a:cubicBezTo>
                      <a:pt x="9505" y="5654"/>
                      <a:pt x="9832" y="5654"/>
                      <a:pt x="10406" y="5080"/>
                    </a:cubicBezTo>
                    <a:cubicBezTo>
                      <a:pt x="12045" y="3441"/>
                      <a:pt x="13683" y="1885"/>
                      <a:pt x="15650" y="0"/>
                    </a:cubicBezTo>
                    <a:cubicBezTo>
                      <a:pt x="15076" y="2622"/>
                      <a:pt x="14667" y="4916"/>
                      <a:pt x="14093" y="7129"/>
                    </a:cubicBezTo>
                    <a:cubicBezTo>
                      <a:pt x="13847" y="8112"/>
                      <a:pt x="14093" y="8685"/>
                      <a:pt x="14994" y="9177"/>
                    </a:cubicBezTo>
                    <a:cubicBezTo>
                      <a:pt x="16797" y="10242"/>
                      <a:pt x="18435" y="11553"/>
                      <a:pt x="20484" y="1294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22"/>
              <p:cNvSpPr/>
              <p:nvPr/>
            </p:nvSpPr>
            <p:spPr>
              <a:xfrm>
                <a:off x="6134018" y="2856434"/>
                <a:ext cx="21385" cy="20975"/>
              </a:xfrm>
              <a:custGeom>
                <a:rect b="b" l="l" r="r" t="t"/>
                <a:pathLst>
                  <a:path extrusionOk="0" h="20975" w="21385">
                    <a:moveTo>
                      <a:pt x="2622" y="2130"/>
                    </a:moveTo>
                    <a:cubicBezTo>
                      <a:pt x="4998" y="3196"/>
                      <a:pt x="6964" y="4015"/>
                      <a:pt x="8849" y="4998"/>
                    </a:cubicBezTo>
                    <a:cubicBezTo>
                      <a:pt x="9668" y="5408"/>
                      <a:pt x="10078" y="5244"/>
                      <a:pt x="10652" y="4670"/>
                    </a:cubicBezTo>
                    <a:cubicBezTo>
                      <a:pt x="12290" y="3032"/>
                      <a:pt x="13929" y="1475"/>
                      <a:pt x="15813" y="0"/>
                    </a:cubicBezTo>
                    <a:cubicBezTo>
                      <a:pt x="15404" y="2048"/>
                      <a:pt x="15076" y="4097"/>
                      <a:pt x="14585" y="6063"/>
                    </a:cubicBezTo>
                    <a:cubicBezTo>
                      <a:pt x="14339" y="7210"/>
                      <a:pt x="14420" y="7948"/>
                      <a:pt x="15731" y="8521"/>
                    </a:cubicBezTo>
                    <a:cubicBezTo>
                      <a:pt x="17534" y="9259"/>
                      <a:pt x="19255" y="10406"/>
                      <a:pt x="21385" y="11553"/>
                    </a:cubicBezTo>
                    <a:cubicBezTo>
                      <a:pt x="18763" y="11963"/>
                      <a:pt x="16633" y="12372"/>
                      <a:pt x="14420" y="12618"/>
                    </a:cubicBezTo>
                    <a:cubicBezTo>
                      <a:pt x="13519" y="12700"/>
                      <a:pt x="13109" y="13028"/>
                      <a:pt x="13028" y="13929"/>
                    </a:cubicBezTo>
                    <a:cubicBezTo>
                      <a:pt x="12618" y="16223"/>
                      <a:pt x="12126" y="18435"/>
                      <a:pt x="11635" y="20975"/>
                    </a:cubicBezTo>
                    <a:cubicBezTo>
                      <a:pt x="10488" y="18600"/>
                      <a:pt x="9504" y="16551"/>
                      <a:pt x="8685" y="14503"/>
                    </a:cubicBezTo>
                    <a:cubicBezTo>
                      <a:pt x="8357" y="13847"/>
                      <a:pt x="8030" y="13683"/>
                      <a:pt x="7292" y="13765"/>
                    </a:cubicBezTo>
                    <a:cubicBezTo>
                      <a:pt x="4998" y="14257"/>
                      <a:pt x="2704" y="14667"/>
                      <a:pt x="0" y="15158"/>
                    </a:cubicBezTo>
                    <a:cubicBezTo>
                      <a:pt x="1966" y="13274"/>
                      <a:pt x="3523" y="11553"/>
                      <a:pt x="5244" y="9914"/>
                    </a:cubicBezTo>
                    <a:cubicBezTo>
                      <a:pt x="5981" y="9259"/>
                      <a:pt x="5981" y="8767"/>
                      <a:pt x="5572" y="7948"/>
                    </a:cubicBezTo>
                    <a:cubicBezTo>
                      <a:pt x="4588" y="6145"/>
                      <a:pt x="3769" y="4261"/>
                      <a:pt x="2622" y="2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>
                <a:off x="6125332" y="2918623"/>
                <a:ext cx="19910" cy="21631"/>
              </a:xfrm>
              <a:custGeom>
                <a:rect b="b" l="l" r="r" t="t"/>
                <a:pathLst>
                  <a:path extrusionOk="0" h="21631" w="19910">
                    <a:moveTo>
                      <a:pt x="2704" y="1803"/>
                    </a:moveTo>
                    <a:cubicBezTo>
                      <a:pt x="4507" y="2868"/>
                      <a:pt x="6391" y="3933"/>
                      <a:pt x="8112" y="5080"/>
                    </a:cubicBezTo>
                    <a:cubicBezTo>
                      <a:pt x="8931" y="5572"/>
                      <a:pt x="9341" y="5572"/>
                      <a:pt x="9996" y="4834"/>
                    </a:cubicBezTo>
                    <a:cubicBezTo>
                      <a:pt x="11553" y="3277"/>
                      <a:pt x="13192" y="1721"/>
                      <a:pt x="15076" y="0"/>
                    </a:cubicBezTo>
                    <a:cubicBezTo>
                      <a:pt x="14503" y="2622"/>
                      <a:pt x="14093" y="4916"/>
                      <a:pt x="13520" y="7210"/>
                    </a:cubicBezTo>
                    <a:cubicBezTo>
                      <a:pt x="13274" y="8194"/>
                      <a:pt x="13520" y="8685"/>
                      <a:pt x="14339" y="9177"/>
                    </a:cubicBezTo>
                    <a:cubicBezTo>
                      <a:pt x="16060" y="10324"/>
                      <a:pt x="17780" y="11553"/>
                      <a:pt x="19911" y="13028"/>
                    </a:cubicBezTo>
                    <a:cubicBezTo>
                      <a:pt x="17452" y="13274"/>
                      <a:pt x="15486" y="13438"/>
                      <a:pt x="13438" y="13519"/>
                    </a:cubicBezTo>
                    <a:cubicBezTo>
                      <a:pt x="12454" y="13519"/>
                      <a:pt x="12045" y="13929"/>
                      <a:pt x="11881" y="14912"/>
                    </a:cubicBezTo>
                    <a:cubicBezTo>
                      <a:pt x="11471" y="17124"/>
                      <a:pt x="10980" y="19337"/>
                      <a:pt x="10160" y="21631"/>
                    </a:cubicBezTo>
                    <a:cubicBezTo>
                      <a:pt x="9505" y="19992"/>
                      <a:pt x="8931" y="18354"/>
                      <a:pt x="8276" y="16633"/>
                    </a:cubicBezTo>
                    <a:cubicBezTo>
                      <a:pt x="7677" y="14994"/>
                      <a:pt x="6497" y="14257"/>
                      <a:pt x="4752" y="14421"/>
                    </a:cubicBezTo>
                    <a:cubicBezTo>
                      <a:pt x="3687" y="14585"/>
                      <a:pt x="2540" y="14667"/>
                      <a:pt x="1475" y="14830"/>
                    </a:cubicBezTo>
                    <a:cubicBezTo>
                      <a:pt x="983" y="14830"/>
                      <a:pt x="492" y="15076"/>
                      <a:pt x="0" y="14585"/>
                    </a:cubicBezTo>
                    <a:cubicBezTo>
                      <a:pt x="1557" y="13110"/>
                      <a:pt x="3032" y="11553"/>
                      <a:pt x="4589" y="10160"/>
                    </a:cubicBezTo>
                    <a:cubicBezTo>
                      <a:pt x="5326" y="9505"/>
                      <a:pt x="5326" y="9013"/>
                      <a:pt x="4998" y="8194"/>
                    </a:cubicBezTo>
                    <a:cubicBezTo>
                      <a:pt x="4097" y="6145"/>
                      <a:pt x="3278" y="4097"/>
                      <a:pt x="2458" y="2048"/>
                    </a:cubicBezTo>
                    <a:cubicBezTo>
                      <a:pt x="2458" y="2048"/>
                      <a:pt x="2622" y="1885"/>
                      <a:pt x="2704" y="18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>
                <a:off x="6153191" y="2821530"/>
                <a:ext cx="20729" cy="21549"/>
              </a:xfrm>
              <a:custGeom>
                <a:rect b="b" l="l" r="r" t="t"/>
                <a:pathLst>
                  <a:path extrusionOk="0" h="21549" w="20729">
                    <a:moveTo>
                      <a:pt x="0" y="15240"/>
                    </a:moveTo>
                    <a:cubicBezTo>
                      <a:pt x="1639" y="13683"/>
                      <a:pt x="3195" y="12045"/>
                      <a:pt x="4834" y="10570"/>
                    </a:cubicBezTo>
                    <a:cubicBezTo>
                      <a:pt x="5490" y="9914"/>
                      <a:pt x="5572" y="9423"/>
                      <a:pt x="5162" y="8685"/>
                    </a:cubicBezTo>
                    <a:cubicBezTo>
                      <a:pt x="4179" y="6883"/>
                      <a:pt x="3277" y="4998"/>
                      <a:pt x="2212" y="2704"/>
                    </a:cubicBezTo>
                    <a:cubicBezTo>
                      <a:pt x="4424" y="3687"/>
                      <a:pt x="6227" y="4425"/>
                      <a:pt x="8030" y="5326"/>
                    </a:cubicBezTo>
                    <a:cubicBezTo>
                      <a:pt x="9177" y="5981"/>
                      <a:pt x="9832" y="5736"/>
                      <a:pt x="10734" y="4834"/>
                    </a:cubicBezTo>
                    <a:cubicBezTo>
                      <a:pt x="12208" y="3278"/>
                      <a:pt x="13765" y="1803"/>
                      <a:pt x="15650" y="0"/>
                    </a:cubicBezTo>
                    <a:cubicBezTo>
                      <a:pt x="15158" y="2540"/>
                      <a:pt x="14748" y="4752"/>
                      <a:pt x="14257" y="6965"/>
                    </a:cubicBezTo>
                    <a:cubicBezTo>
                      <a:pt x="14011" y="7948"/>
                      <a:pt x="14257" y="8358"/>
                      <a:pt x="15158" y="8849"/>
                    </a:cubicBezTo>
                    <a:cubicBezTo>
                      <a:pt x="17042" y="9750"/>
                      <a:pt x="18845" y="10816"/>
                      <a:pt x="20730" y="12127"/>
                    </a:cubicBezTo>
                    <a:cubicBezTo>
                      <a:pt x="18599" y="12454"/>
                      <a:pt x="16551" y="12864"/>
                      <a:pt x="14420" y="13110"/>
                    </a:cubicBezTo>
                    <a:cubicBezTo>
                      <a:pt x="13355" y="13274"/>
                      <a:pt x="12864" y="13601"/>
                      <a:pt x="12700" y="14749"/>
                    </a:cubicBezTo>
                    <a:cubicBezTo>
                      <a:pt x="12372" y="16961"/>
                      <a:pt x="11880" y="19091"/>
                      <a:pt x="11307" y="21549"/>
                    </a:cubicBezTo>
                    <a:cubicBezTo>
                      <a:pt x="10242" y="19255"/>
                      <a:pt x="9258" y="17289"/>
                      <a:pt x="8439" y="15240"/>
                    </a:cubicBezTo>
                    <a:cubicBezTo>
                      <a:pt x="8112" y="14421"/>
                      <a:pt x="7620" y="14175"/>
                      <a:pt x="6719" y="14421"/>
                    </a:cubicBezTo>
                    <a:cubicBezTo>
                      <a:pt x="5080" y="14831"/>
                      <a:pt x="3359" y="15076"/>
                      <a:pt x="1721" y="15404"/>
                    </a:cubicBezTo>
                    <a:cubicBezTo>
                      <a:pt x="1229" y="15404"/>
                      <a:pt x="737" y="15814"/>
                      <a:pt x="164" y="153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>
                <a:off x="6122956" y="2830379"/>
                <a:ext cx="21303" cy="20729"/>
              </a:xfrm>
              <a:custGeom>
                <a:rect b="b" l="l" r="r" t="t"/>
                <a:pathLst>
                  <a:path extrusionOk="0" h="20729" w="21303">
                    <a:moveTo>
                      <a:pt x="15813" y="0"/>
                    </a:moveTo>
                    <a:cubicBezTo>
                      <a:pt x="15322" y="2458"/>
                      <a:pt x="15076" y="4506"/>
                      <a:pt x="14502" y="6555"/>
                    </a:cubicBezTo>
                    <a:cubicBezTo>
                      <a:pt x="14175" y="7784"/>
                      <a:pt x="14666" y="8112"/>
                      <a:pt x="15650" y="8439"/>
                    </a:cubicBezTo>
                    <a:cubicBezTo>
                      <a:pt x="17534" y="9177"/>
                      <a:pt x="19337" y="10078"/>
                      <a:pt x="21303" y="10979"/>
                    </a:cubicBezTo>
                    <a:cubicBezTo>
                      <a:pt x="19091" y="11471"/>
                      <a:pt x="16960" y="12045"/>
                      <a:pt x="14748" y="12454"/>
                    </a:cubicBezTo>
                    <a:cubicBezTo>
                      <a:pt x="13683" y="12700"/>
                      <a:pt x="13191" y="13110"/>
                      <a:pt x="13028" y="14257"/>
                    </a:cubicBezTo>
                    <a:cubicBezTo>
                      <a:pt x="12782" y="16305"/>
                      <a:pt x="12290" y="18272"/>
                      <a:pt x="11799" y="20730"/>
                    </a:cubicBezTo>
                    <a:cubicBezTo>
                      <a:pt x="10652" y="18599"/>
                      <a:pt x="9586" y="16879"/>
                      <a:pt x="8767" y="15158"/>
                    </a:cubicBezTo>
                    <a:cubicBezTo>
                      <a:pt x="8357" y="14257"/>
                      <a:pt x="7866" y="14093"/>
                      <a:pt x="6883" y="14421"/>
                    </a:cubicBezTo>
                    <a:cubicBezTo>
                      <a:pt x="4670" y="15076"/>
                      <a:pt x="2458" y="15568"/>
                      <a:pt x="0" y="15978"/>
                    </a:cubicBezTo>
                    <a:cubicBezTo>
                      <a:pt x="1557" y="14339"/>
                      <a:pt x="3114" y="12700"/>
                      <a:pt x="4834" y="11143"/>
                    </a:cubicBezTo>
                    <a:cubicBezTo>
                      <a:pt x="5572" y="10406"/>
                      <a:pt x="5735" y="9832"/>
                      <a:pt x="5162" y="8931"/>
                    </a:cubicBezTo>
                    <a:cubicBezTo>
                      <a:pt x="4097" y="7374"/>
                      <a:pt x="3277" y="5736"/>
                      <a:pt x="2048" y="3769"/>
                    </a:cubicBezTo>
                    <a:cubicBezTo>
                      <a:pt x="3933" y="4343"/>
                      <a:pt x="5490" y="4752"/>
                      <a:pt x="6965" y="5408"/>
                    </a:cubicBezTo>
                    <a:cubicBezTo>
                      <a:pt x="8767" y="6227"/>
                      <a:pt x="10160" y="6227"/>
                      <a:pt x="11471" y="4425"/>
                    </a:cubicBezTo>
                    <a:cubicBezTo>
                      <a:pt x="12618" y="2868"/>
                      <a:pt x="14175" y="1639"/>
                      <a:pt x="15813" y="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22"/>
              <p:cNvSpPr/>
              <p:nvPr/>
            </p:nvSpPr>
            <p:spPr>
              <a:xfrm>
                <a:off x="6104275" y="2864628"/>
                <a:ext cx="21221" cy="20893"/>
              </a:xfrm>
              <a:custGeom>
                <a:rect b="b" l="l" r="r" t="t"/>
                <a:pathLst>
                  <a:path extrusionOk="0" h="20893" w="21221">
                    <a:moveTo>
                      <a:pt x="15731" y="0"/>
                    </a:moveTo>
                    <a:cubicBezTo>
                      <a:pt x="15240" y="2540"/>
                      <a:pt x="14830" y="4670"/>
                      <a:pt x="14420" y="6801"/>
                    </a:cubicBezTo>
                    <a:cubicBezTo>
                      <a:pt x="14257" y="7702"/>
                      <a:pt x="14420" y="8112"/>
                      <a:pt x="15322" y="8439"/>
                    </a:cubicBezTo>
                    <a:cubicBezTo>
                      <a:pt x="17288" y="9177"/>
                      <a:pt x="19173" y="10160"/>
                      <a:pt x="21221" y="11061"/>
                    </a:cubicBezTo>
                    <a:cubicBezTo>
                      <a:pt x="19173" y="11553"/>
                      <a:pt x="17206" y="12127"/>
                      <a:pt x="15158" y="12454"/>
                    </a:cubicBezTo>
                    <a:cubicBezTo>
                      <a:pt x="13601" y="12700"/>
                      <a:pt x="13028" y="13438"/>
                      <a:pt x="12864" y="14912"/>
                    </a:cubicBezTo>
                    <a:cubicBezTo>
                      <a:pt x="12618" y="16879"/>
                      <a:pt x="12126" y="18763"/>
                      <a:pt x="11717" y="20894"/>
                    </a:cubicBezTo>
                    <a:cubicBezTo>
                      <a:pt x="10569" y="18845"/>
                      <a:pt x="9505" y="17043"/>
                      <a:pt x="8603" y="15158"/>
                    </a:cubicBezTo>
                    <a:cubicBezTo>
                      <a:pt x="8275" y="14421"/>
                      <a:pt x="7866" y="14257"/>
                      <a:pt x="7128" y="14503"/>
                    </a:cubicBezTo>
                    <a:cubicBezTo>
                      <a:pt x="4834" y="15158"/>
                      <a:pt x="2458" y="15732"/>
                      <a:pt x="0" y="16141"/>
                    </a:cubicBezTo>
                    <a:cubicBezTo>
                      <a:pt x="1557" y="14585"/>
                      <a:pt x="3032" y="12946"/>
                      <a:pt x="4670" y="11471"/>
                    </a:cubicBezTo>
                    <a:cubicBezTo>
                      <a:pt x="5654" y="10570"/>
                      <a:pt x="5817" y="9832"/>
                      <a:pt x="4998" y="8685"/>
                    </a:cubicBezTo>
                    <a:cubicBezTo>
                      <a:pt x="4015" y="7292"/>
                      <a:pt x="3195" y="5654"/>
                      <a:pt x="2130" y="3851"/>
                    </a:cubicBezTo>
                    <a:cubicBezTo>
                      <a:pt x="4588" y="4670"/>
                      <a:pt x="6637" y="5244"/>
                      <a:pt x="8685" y="5981"/>
                    </a:cubicBezTo>
                    <a:cubicBezTo>
                      <a:pt x="9505" y="6309"/>
                      <a:pt x="9914" y="6145"/>
                      <a:pt x="10488" y="5572"/>
                    </a:cubicBezTo>
                    <a:cubicBezTo>
                      <a:pt x="12126" y="3851"/>
                      <a:pt x="13847" y="2130"/>
                      <a:pt x="15896" y="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22"/>
              <p:cNvSpPr/>
              <p:nvPr/>
            </p:nvSpPr>
            <p:spPr>
              <a:xfrm>
                <a:off x="6085594" y="2898877"/>
                <a:ext cx="21303" cy="20893"/>
              </a:xfrm>
              <a:custGeom>
                <a:rect b="b" l="l" r="r" t="t"/>
                <a:pathLst>
                  <a:path extrusionOk="0" h="20893" w="21303">
                    <a:moveTo>
                      <a:pt x="21221" y="11143"/>
                    </a:moveTo>
                    <a:cubicBezTo>
                      <a:pt x="18927" y="11635"/>
                      <a:pt x="16715" y="12209"/>
                      <a:pt x="14585" y="12618"/>
                    </a:cubicBezTo>
                    <a:cubicBezTo>
                      <a:pt x="13519" y="12782"/>
                      <a:pt x="13109" y="13356"/>
                      <a:pt x="12946" y="14339"/>
                    </a:cubicBezTo>
                    <a:cubicBezTo>
                      <a:pt x="12618" y="16387"/>
                      <a:pt x="12126" y="18435"/>
                      <a:pt x="11635" y="20894"/>
                    </a:cubicBezTo>
                    <a:cubicBezTo>
                      <a:pt x="10488" y="18845"/>
                      <a:pt x="9505" y="17125"/>
                      <a:pt x="8685" y="15404"/>
                    </a:cubicBezTo>
                    <a:cubicBezTo>
                      <a:pt x="8194" y="14503"/>
                      <a:pt x="7784" y="14175"/>
                      <a:pt x="6719" y="14503"/>
                    </a:cubicBezTo>
                    <a:cubicBezTo>
                      <a:pt x="5080" y="15076"/>
                      <a:pt x="3277" y="15404"/>
                      <a:pt x="1639" y="15896"/>
                    </a:cubicBezTo>
                    <a:cubicBezTo>
                      <a:pt x="1147" y="15978"/>
                      <a:pt x="737" y="16305"/>
                      <a:pt x="0" y="15896"/>
                    </a:cubicBezTo>
                    <a:cubicBezTo>
                      <a:pt x="1721" y="14175"/>
                      <a:pt x="3277" y="12536"/>
                      <a:pt x="4916" y="10898"/>
                    </a:cubicBezTo>
                    <a:cubicBezTo>
                      <a:pt x="5572" y="10324"/>
                      <a:pt x="5654" y="9832"/>
                      <a:pt x="5162" y="9095"/>
                    </a:cubicBezTo>
                    <a:cubicBezTo>
                      <a:pt x="4097" y="7456"/>
                      <a:pt x="3195" y="5736"/>
                      <a:pt x="1966" y="3687"/>
                    </a:cubicBezTo>
                    <a:cubicBezTo>
                      <a:pt x="4343" y="4425"/>
                      <a:pt x="6391" y="5080"/>
                      <a:pt x="8439" y="5818"/>
                    </a:cubicBezTo>
                    <a:cubicBezTo>
                      <a:pt x="9341" y="6145"/>
                      <a:pt x="9914" y="5981"/>
                      <a:pt x="10488" y="5326"/>
                    </a:cubicBezTo>
                    <a:cubicBezTo>
                      <a:pt x="12126" y="3605"/>
                      <a:pt x="13765" y="1967"/>
                      <a:pt x="15731" y="0"/>
                    </a:cubicBezTo>
                    <a:cubicBezTo>
                      <a:pt x="15240" y="2622"/>
                      <a:pt x="14912" y="4752"/>
                      <a:pt x="14420" y="6965"/>
                    </a:cubicBezTo>
                    <a:cubicBezTo>
                      <a:pt x="14257" y="7784"/>
                      <a:pt x="14420" y="8030"/>
                      <a:pt x="15240" y="8358"/>
                    </a:cubicBezTo>
                    <a:cubicBezTo>
                      <a:pt x="17206" y="9177"/>
                      <a:pt x="19173" y="10078"/>
                      <a:pt x="21303" y="1106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22"/>
              <p:cNvSpPr/>
              <p:nvPr/>
            </p:nvSpPr>
            <p:spPr>
              <a:xfrm>
                <a:off x="6066339" y="2933290"/>
                <a:ext cx="21794" cy="20074"/>
              </a:xfrm>
              <a:custGeom>
                <a:rect b="b" l="l" r="r" t="t"/>
                <a:pathLst>
                  <a:path extrusionOk="0" h="20074" w="21794">
                    <a:moveTo>
                      <a:pt x="2458" y="3769"/>
                    </a:moveTo>
                    <a:cubicBezTo>
                      <a:pt x="4916" y="4588"/>
                      <a:pt x="6965" y="5162"/>
                      <a:pt x="8931" y="5899"/>
                    </a:cubicBezTo>
                    <a:cubicBezTo>
                      <a:pt x="9750" y="6227"/>
                      <a:pt x="10324" y="6063"/>
                      <a:pt x="10897" y="5408"/>
                    </a:cubicBezTo>
                    <a:cubicBezTo>
                      <a:pt x="12536" y="3687"/>
                      <a:pt x="14257" y="1966"/>
                      <a:pt x="16223" y="0"/>
                    </a:cubicBezTo>
                    <a:cubicBezTo>
                      <a:pt x="15813" y="2376"/>
                      <a:pt x="15486" y="4506"/>
                      <a:pt x="14994" y="6555"/>
                    </a:cubicBezTo>
                    <a:cubicBezTo>
                      <a:pt x="14748" y="7620"/>
                      <a:pt x="14994" y="8030"/>
                      <a:pt x="15977" y="8439"/>
                    </a:cubicBezTo>
                    <a:cubicBezTo>
                      <a:pt x="17862" y="9177"/>
                      <a:pt x="19664" y="10078"/>
                      <a:pt x="21795" y="11061"/>
                    </a:cubicBezTo>
                    <a:cubicBezTo>
                      <a:pt x="19419" y="11635"/>
                      <a:pt x="17207" y="12127"/>
                      <a:pt x="14912" y="12618"/>
                    </a:cubicBezTo>
                    <a:cubicBezTo>
                      <a:pt x="14093" y="12782"/>
                      <a:pt x="13683" y="13110"/>
                      <a:pt x="13519" y="14011"/>
                    </a:cubicBezTo>
                    <a:cubicBezTo>
                      <a:pt x="13274" y="15732"/>
                      <a:pt x="12864" y="17452"/>
                      <a:pt x="12536" y="19173"/>
                    </a:cubicBezTo>
                    <a:cubicBezTo>
                      <a:pt x="12536" y="19501"/>
                      <a:pt x="12536" y="19992"/>
                      <a:pt x="12045" y="20074"/>
                    </a:cubicBezTo>
                    <a:cubicBezTo>
                      <a:pt x="11635" y="20074"/>
                      <a:pt x="11553" y="19664"/>
                      <a:pt x="11389" y="19419"/>
                    </a:cubicBezTo>
                    <a:cubicBezTo>
                      <a:pt x="10570" y="18026"/>
                      <a:pt x="9832" y="16633"/>
                      <a:pt x="9095" y="15158"/>
                    </a:cubicBezTo>
                    <a:cubicBezTo>
                      <a:pt x="8685" y="14421"/>
                      <a:pt x="8357" y="14175"/>
                      <a:pt x="7456" y="14421"/>
                    </a:cubicBezTo>
                    <a:cubicBezTo>
                      <a:pt x="5162" y="15076"/>
                      <a:pt x="2786" y="15650"/>
                      <a:pt x="0" y="16387"/>
                    </a:cubicBezTo>
                    <a:cubicBezTo>
                      <a:pt x="1803" y="14502"/>
                      <a:pt x="3195" y="12864"/>
                      <a:pt x="4834" y="11471"/>
                    </a:cubicBezTo>
                    <a:cubicBezTo>
                      <a:pt x="6063" y="10406"/>
                      <a:pt x="6063" y="9587"/>
                      <a:pt x="5162" y="8357"/>
                    </a:cubicBezTo>
                    <a:cubicBezTo>
                      <a:pt x="4179" y="6965"/>
                      <a:pt x="3441" y="5490"/>
                      <a:pt x="2376" y="368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22"/>
              <p:cNvSpPr/>
              <p:nvPr/>
            </p:nvSpPr>
            <p:spPr>
              <a:xfrm>
                <a:off x="6133772" y="2948202"/>
                <a:ext cx="19173" cy="22614"/>
              </a:xfrm>
              <a:custGeom>
                <a:rect b="b" l="l" r="r" t="t"/>
                <a:pathLst>
                  <a:path extrusionOk="0" h="22614" w="19173">
                    <a:moveTo>
                      <a:pt x="3032" y="655"/>
                    </a:moveTo>
                    <a:cubicBezTo>
                      <a:pt x="4916" y="2130"/>
                      <a:pt x="6637" y="3277"/>
                      <a:pt x="8112" y="4588"/>
                    </a:cubicBezTo>
                    <a:cubicBezTo>
                      <a:pt x="9095" y="5490"/>
                      <a:pt x="9750" y="5326"/>
                      <a:pt x="10570" y="4424"/>
                    </a:cubicBezTo>
                    <a:cubicBezTo>
                      <a:pt x="11963" y="2950"/>
                      <a:pt x="13438" y="1639"/>
                      <a:pt x="15158" y="0"/>
                    </a:cubicBezTo>
                    <a:cubicBezTo>
                      <a:pt x="14585" y="2704"/>
                      <a:pt x="14093" y="5162"/>
                      <a:pt x="13438" y="7456"/>
                    </a:cubicBezTo>
                    <a:cubicBezTo>
                      <a:pt x="13192" y="8357"/>
                      <a:pt x="13438" y="8849"/>
                      <a:pt x="14093" y="9423"/>
                    </a:cubicBezTo>
                    <a:cubicBezTo>
                      <a:pt x="15732" y="10816"/>
                      <a:pt x="17289" y="12290"/>
                      <a:pt x="19173" y="13929"/>
                    </a:cubicBezTo>
                    <a:cubicBezTo>
                      <a:pt x="16879" y="13929"/>
                      <a:pt x="14994" y="13929"/>
                      <a:pt x="13028" y="13929"/>
                    </a:cubicBezTo>
                    <a:cubicBezTo>
                      <a:pt x="12290" y="13929"/>
                      <a:pt x="11881" y="14093"/>
                      <a:pt x="11717" y="14912"/>
                    </a:cubicBezTo>
                    <a:cubicBezTo>
                      <a:pt x="11225" y="17370"/>
                      <a:pt x="10570" y="19828"/>
                      <a:pt x="9914" y="22614"/>
                    </a:cubicBezTo>
                    <a:cubicBezTo>
                      <a:pt x="9177" y="20074"/>
                      <a:pt x="8440" y="17862"/>
                      <a:pt x="7866" y="15568"/>
                    </a:cubicBezTo>
                    <a:cubicBezTo>
                      <a:pt x="7538" y="14257"/>
                      <a:pt x="7047" y="14011"/>
                      <a:pt x="5818" y="14175"/>
                    </a:cubicBezTo>
                    <a:cubicBezTo>
                      <a:pt x="4015" y="14339"/>
                      <a:pt x="2212" y="14339"/>
                      <a:pt x="0" y="14420"/>
                    </a:cubicBezTo>
                    <a:cubicBezTo>
                      <a:pt x="1721" y="12782"/>
                      <a:pt x="3114" y="11307"/>
                      <a:pt x="4670" y="9996"/>
                    </a:cubicBezTo>
                    <a:cubicBezTo>
                      <a:pt x="5572" y="9177"/>
                      <a:pt x="5736" y="8521"/>
                      <a:pt x="5326" y="7374"/>
                    </a:cubicBezTo>
                    <a:cubicBezTo>
                      <a:pt x="4507" y="5244"/>
                      <a:pt x="3933" y="3114"/>
                      <a:pt x="3032" y="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22"/>
              <p:cNvSpPr/>
              <p:nvPr/>
            </p:nvSpPr>
            <p:spPr>
              <a:xfrm>
                <a:off x="6152453" y="2913871"/>
                <a:ext cx="19090" cy="22204"/>
              </a:xfrm>
              <a:custGeom>
                <a:rect b="b" l="l" r="r" t="t"/>
                <a:pathLst>
                  <a:path extrusionOk="0" h="22204" w="19090">
                    <a:moveTo>
                      <a:pt x="3032" y="574"/>
                    </a:moveTo>
                    <a:cubicBezTo>
                      <a:pt x="4998" y="2130"/>
                      <a:pt x="6719" y="3359"/>
                      <a:pt x="8275" y="4670"/>
                    </a:cubicBezTo>
                    <a:cubicBezTo>
                      <a:pt x="9013" y="5326"/>
                      <a:pt x="9586" y="5326"/>
                      <a:pt x="10242" y="4670"/>
                    </a:cubicBezTo>
                    <a:cubicBezTo>
                      <a:pt x="11717" y="3195"/>
                      <a:pt x="13274" y="1803"/>
                      <a:pt x="15076" y="0"/>
                    </a:cubicBezTo>
                    <a:cubicBezTo>
                      <a:pt x="14420" y="2868"/>
                      <a:pt x="13929" y="5244"/>
                      <a:pt x="13355" y="7620"/>
                    </a:cubicBezTo>
                    <a:cubicBezTo>
                      <a:pt x="13191" y="8439"/>
                      <a:pt x="13355" y="8931"/>
                      <a:pt x="13929" y="9423"/>
                    </a:cubicBezTo>
                    <a:cubicBezTo>
                      <a:pt x="15568" y="10816"/>
                      <a:pt x="17124" y="12290"/>
                      <a:pt x="19091" y="13929"/>
                    </a:cubicBezTo>
                    <a:cubicBezTo>
                      <a:pt x="16879" y="13929"/>
                      <a:pt x="14994" y="14011"/>
                      <a:pt x="13109" y="13929"/>
                    </a:cubicBezTo>
                    <a:cubicBezTo>
                      <a:pt x="12208" y="13929"/>
                      <a:pt x="11798" y="14175"/>
                      <a:pt x="11635" y="15158"/>
                    </a:cubicBezTo>
                    <a:cubicBezTo>
                      <a:pt x="11143" y="17534"/>
                      <a:pt x="10569" y="19828"/>
                      <a:pt x="9750" y="22204"/>
                    </a:cubicBezTo>
                    <a:cubicBezTo>
                      <a:pt x="9095" y="19910"/>
                      <a:pt x="8357" y="17616"/>
                      <a:pt x="7784" y="15322"/>
                    </a:cubicBezTo>
                    <a:cubicBezTo>
                      <a:pt x="7538" y="14339"/>
                      <a:pt x="7046" y="14093"/>
                      <a:pt x="6063" y="14175"/>
                    </a:cubicBezTo>
                    <a:cubicBezTo>
                      <a:pt x="4179" y="14339"/>
                      <a:pt x="2212" y="14339"/>
                      <a:pt x="0" y="14502"/>
                    </a:cubicBezTo>
                    <a:cubicBezTo>
                      <a:pt x="1721" y="12782"/>
                      <a:pt x="3277" y="11307"/>
                      <a:pt x="4834" y="9914"/>
                    </a:cubicBezTo>
                    <a:cubicBezTo>
                      <a:pt x="5572" y="9259"/>
                      <a:pt x="5735" y="8685"/>
                      <a:pt x="5408" y="7702"/>
                    </a:cubicBezTo>
                    <a:cubicBezTo>
                      <a:pt x="4588" y="5490"/>
                      <a:pt x="3933" y="3277"/>
                      <a:pt x="3032" y="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6114927" y="2982697"/>
                <a:ext cx="19091" cy="21876"/>
              </a:xfrm>
              <a:custGeom>
                <a:rect b="b" l="l" r="r" t="t"/>
                <a:pathLst>
                  <a:path extrusionOk="0" h="21876" w="19091">
                    <a:moveTo>
                      <a:pt x="3523" y="819"/>
                    </a:moveTo>
                    <a:cubicBezTo>
                      <a:pt x="5162" y="2048"/>
                      <a:pt x="6801" y="3277"/>
                      <a:pt x="8357" y="4588"/>
                    </a:cubicBezTo>
                    <a:cubicBezTo>
                      <a:pt x="9095" y="5244"/>
                      <a:pt x="9587" y="5326"/>
                      <a:pt x="10324" y="4588"/>
                    </a:cubicBezTo>
                    <a:cubicBezTo>
                      <a:pt x="11717" y="3114"/>
                      <a:pt x="13274" y="1721"/>
                      <a:pt x="15076" y="0"/>
                    </a:cubicBezTo>
                    <a:cubicBezTo>
                      <a:pt x="14667" y="2048"/>
                      <a:pt x="14502" y="3851"/>
                      <a:pt x="13847" y="5408"/>
                    </a:cubicBezTo>
                    <a:cubicBezTo>
                      <a:pt x="12864" y="7784"/>
                      <a:pt x="13438" y="9423"/>
                      <a:pt x="15568" y="10816"/>
                    </a:cubicBezTo>
                    <a:cubicBezTo>
                      <a:pt x="16797" y="11635"/>
                      <a:pt x="17698" y="12700"/>
                      <a:pt x="19091" y="13929"/>
                    </a:cubicBezTo>
                    <a:cubicBezTo>
                      <a:pt x="17043" y="13929"/>
                      <a:pt x="15322" y="14011"/>
                      <a:pt x="13519" y="13929"/>
                    </a:cubicBezTo>
                    <a:cubicBezTo>
                      <a:pt x="12290" y="13929"/>
                      <a:pt x="11717" y="14175"/>
                      <a:pt x="11553" y="15486"/>
                    </a:cubicBezTo>
                    <a:cubicBezTo>
                      <a:pt x="11225" y="17616"/>
                      <a:pt x="10570" y="19746"/>
                      <a:pt x="10078" y="21877"/>
                    </a:cubicBezTo>
                    <a:cubicBezTo>
                      <a:pt x="9914" y="21877"/>
                      <a:pt x="9832" y="21877"/>
                      <a:pt x="9668" y="21877"/>
                    </a:cubicBezTo>
                    <a:cubicBezTo>
                      <a:pt x="9177" y="20074"/>
                      <a:pt x="8603" y="18272"/>
                      <a:pt x="8112" y="16469"/>
                    </a:cubicBezTo>
                    <a:cubicBezTo>
                      <a:pt x="7677" y="14888"/>
                      <a:pt x="6612" y="14117"/>
                      <a:pt x="4916" y="14175"/>
                    </a:cubicBezTo>
                    <a:cubicBezTo>
                      <a:pt x="3441" y="14175"/>
                      <a:pt x="1885" y="14339"/>
                      <a:pt x="0" y="14421"/>
                    </a:cubicBezTo>
                    <a:cubicBezTo>
                      <a:pt x="1721" y="12782"/>
                      <a:pt x="3114" y="11225"/>
                      <a:pt x="4670" y="9832"/>
                    </a:cubicBezTo>
                    <a:cubicBezTo>
                      <a:pt x="5408" y="9177"/>
                      <a:pt x="5654" y="8603"/>
                      <a:pt x="5326" y="7538"/>
                    </a:cubicBezTo>
                    <a:cubicBezTo>
                      <a:pt x="4506" y="5408"/>
                      <a:pt x="3851" y="3196"/>
                      <a:pt x="3114" y="983"/>
                    </a:cubicBezTo>
                    <a:cubicBezTo>
                      <a:pt x="3196" y="983"/>
                      <a:pt x="3277" y="901"/>
                      <a:pt x="3359" y="8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6190062" y="2845619"/>
                <a:ext cx="19008" cy="21631"/>
              </a:xfrm>
              <a:custGeom>
                <a:rect b="b" l="l" r="r" t="t"/>
                <a:pathLst>
                  <a:path extrusionOk="0" h="21631" w="19008">
                    <a:moveTo>
                      <a:pt x="3933" y="1065"/>
                    </a:moveTo>
                    <a:cubicBezTo>
                      <a:pt x="5408" y="2212"/>
                      <a:pt x="6883" y="3278"/>
                      <a:pt x="8357" y="4425"/>
                    </a:cubicBezTo>
                    <a:cubicBezTo>
                      <a:pt x="9013" y="4916"/>
                      <a:pt x="9423" y="4916"/>
                      <a:pt x="9996" y="4343"/>
                    </a:cubicBezTo>
                    <a:cubicBezTo>
                      <a:pt x="11553" y="2786"/>
                      <a:pt x="13109" y="1393"/>
                      <a:pt x="14912" y="0"/>
                    </a:cubicBezTo>
                    <a:cubicBezTo>
                      <a:pt x="14420" y="2212"/>
                      <a:pt x="13929" y="4507"/>
                      <a:pt x="13355" y="6719"/>
                    </a:cubicBezTo>
                    <a:cubicBezTo>
                      <a:pt x="13109" y="7702"/>
                      <a:pt x="13191" y="8439"/>
                      <a:pt x="14093" y="9177"/>
                    </a:cubicBezTo>
                    <a:cubicBezTo>
                      <a:pt x="15731" y="10406"/>
                      <a:pt x="17124" y="11881"/>
                      <a:pt x="19009" y="13520"/>
                    </a:cubicBezTo>
                    <a:cubicBezTo>
                      <a:pt x="16715" y="13520"/>
                      <a:pt x="14830" y="13601"/>
                      <a:pt x="12946" y="13520"/>
                    </a:cubicBezTo>
                    <a:cubicBezTo>
                      <a:pt x="12126" y="13520"/>
                      <a:pt x="11717" y="13683"/>
                      <a:pt x="11553" y="14585"/>
                    </a:cubicBezTo>
                    <a:cubicBezTo>
                      <a:pt x="11061" y="16961"/>
                      <a:pt x="10488" y="19255"/>
                      <a:pt x="9668" y="21631"/>
                    </a:cubicBezTo>
                    <a:cubicBezTo>
                      <a:pt x="9013" y="19501"/>
                      <a:pt x="8357" y="17452"/>
                      <a:pt x="7866" y="15240"/>
                    </a:cubicBezTo>
                    <a:cubicBezTo>
                      <a:pt x="7538" y="13929"/>
                      <a:pt x="6964" y="13438"/>
                      <a:pt x="5654" y="13601"/>
                    </a:cubicBezTo>
                    <a:cubicBezTo>
                      <a:pt x="3933" y="13847"/>
                      <a:pt x="2212" y="13765"/>
                      <a:pt x="0" y="13847"/>
                    </a:cubicBezTo>
                    <a:cubicBezTo>
                      <a:pt x="1803" y="12127"/>
                      <a:pt x="3277" y="10652"/>
                      <a:pt x="4834" y="9259"/>
                    </a:cubicBezTo>
                    <a:cubicBezTo>
                      <a:pt x="5572" y="8603"/>
                      <a:pt x="5735" y="8030"/>
                      <a:pt x="5408" y="7047"/>
                    </a:cubicBezTo>
                    <a:cubicBezTo>
                      <a:pt x="4670" y="4998"/>
                      <a:pt x="4015" y="2950"/>
                      <a:pt x="3359" y="901"/>
                    </a:cubicBezTo>
                    <a:cubicBezTo>
                      <a:pt x="3605" y="328"/>
                      <a:pt x="3851" y="656"/>
                      <a:pt x="4097" y="9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6171708" y="2879622"/>
                <a:ext cx="18681" cy="22286"/>
              </a:xfrm>
              <a:custGeom>
                <a:rect b="b" l="l" r="r" t="t"/>
                <a:pathLst>
                  <a:path extrusionOk="0" h="22286" w="18681">
                    <a:moveTo>
                      <a:pt x="0" y="13929"/>
                    </a:moveTo>
                    <a:cubicBezTo>
                      <a:pt x="1475" y="12536"/>
                      <a:pt x="2950" y="11061"/>
                      <a:pt x="4425" y="9668"/>
                    </a:cubicBezTo>
                    <a:cubicBezTo>
                      <a:pt x="5080" y="9095"/>
                      <a:pt x="5162" y="8521"/>
                      <a:pt x="4916" y="7702"/>
                    </a:cubicBezTo>
                    <a:cubicBezTo>
                      <a:pt x="4097" y="5408"/>
                      <a:pt x="3359" y="3195"/>
                      <a:pt x="2540" y="492"/>
                    </a:cubicBezTo>
                    <a:cubicBezTo>
                      <a:pt x="4507" y="2048"/>
                      <a:pt x="6145" y="3277"/>
                      <a:pt x="7784" y="4588"/>
                    </a:cubicBezTo>
                    <a:cubicBezTo>
                      <a:pt x="8603" y="5326"/>
                      <a:pt x="9177" y="5326"/>
                      <a:pt x="9996" y="4506"/>
                    </a:cubicBezTo>
                    <a:cubicBezTo>
                      <a:pt x="11389" y="3032"/>
                      <a:pt x="12946" y="1639"/>
                      <a:pt x="14667" y="0"/>
                    </a:cubicBezTo>
                    <a:cubicBezTo>
                      <a:pt x="14093" y="2622"/>
                      <a:pt x="13683" y="4998"/>
                      <a:pt x="13028" y="7292"/>
                    </a:cubicBezTo>
                    <a:cubicBezTo>
                      <a:pt x="12700" y="8357"/>
                      <a:pt x="13028" y="8931"/>
                      <a:pt x="13847" y="9586"/>
                    </a:cubicBezTo>
                    <a:cubicBezTo>
                      <a:pt x="15404" y="10897"/>
                      <a:pt x="16879" y="12290"/>
                      <a:pt x="18681" y="13929"/>
                    </a:cubicBezTo>
                    <a:cubicBezTo>
                      <a:pt x="16715" y="13929"/>
                      <a:pt x="15076" y="14011"/>
                      <a:pt x="13438" y="13929"/>
                    </a:cubicBezTo>
                    <a:cubicBezTo>
                      <a:pt x="12045" y="13929"/>
                      <a:pt x="11307" y="14257"/>
                      <a:pt x="11061" y="15813"/>
                    </a:cubicBezTo>
                    <a:cubicBezTo>
                      <a:pt x="10898" y="17452"/>
                      <a:pt x="10406" y="19091"/>
                      <a:pt x="9996" y="20648"/>
                    </a:cubicBezTo>
                    <a:cubicBezTo>
                      <a:pt x="9914" y="21057"/>
                      <a:pt x="9669" y="21467"/>
                      <a:pt x="9423" y="22286"/>
                    </a:cubicBezTo>
                    <a:cubicBezTo>
                      <a:pt x="8685" y="19746"/>
                      <a:pt x="7948" y="17616"/>
                      <a:pt x="7456" y="15486"/>
                    </a:cubicBezTo>
                    <a:cubicBezTo>
                      <a:pt x="7210" y="14339"/>
                      <a:pt x="6719" y="14093"/>
                      <a:pt x="5572" y="14175"/>
                    </a:cubicBezTo>
                    <a:cubicBezTo>
                      <a:pt x="3769" y="14339"/>
                      <a:pt x="2048" y="14339"/>
                      <a:pt x="246" y="14420"/>
                    </a:cubicBezTo>
                    <a:cubicBezTo>
                      <a:pt x="246" y="14257"/>
                      <a:pt x="164" y="14175"/>
                      <a:pt x="82" y="140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6111403" y="2806290"/>
                <a:ext cx="21549" cy="20074"/>
              </a:xfrm>
              <a:custGeom>
                <a:rect b="b" l="l" r="r" t="t"/>
                <a:pathLst>
                  <a:path extrusionOk="0" h="20074" w="21549">
                    <a:moveTo>
                      <a:pt x="11963" y="20074"/>
                    </a:moveTo>
                    <a:cubicBezTo>
                      <a:pt x="10734" y="18190"/>
                      <a:pt x="9750" y="16715"/>
                      <a:pt x="8767" y="15158"/>
                    </a:cubicBezTo>
                    <a:cubicBezTo>
                      <a:pt x="8276" y="14421"/>
                      <a:pt x="7948" y="14093"/>
                      <a:pt x="6965" y="14502"/>
                    </a:cubicBezTo>
                    <a:cubicBezTo>
                      <a:pt x="4752" y="15322"/>
                      <a:pt x="2458" y="16059"/>
                      <a:pt x="0" y="16551"/>
                    </a:cubicBezTo>
                    <a:cubicBezTo>
                      <a:pt x="1557" y="14830"/>
                      <a:pt x="3114" y="13110"/>
                      <a:pt x="4834" y="11471"/>
                    </a:cubicBezTo>
                    <a:cubicBezTo>
                      <a:pt x="5572" y="10734"/>
                      <a:pt x="5572" y="10242"/>
                      <a:pt x="4998" y="9505"/>
                    </a:cubicBezTo>
                    <a:cubicBezTo>
                      <a:pt x="3933" y="8112"/>
                      <a:pt x="3032" y="6637"/>
                      <a:pt x="1803" y="4916"/>
                    </a:cubicBezTo>
                    <a:cubicBezTo>
                      <a:pt x="4261" y="5408"/>
                      <a:pt x="6391" y="5817"/>
                      <a:pt x="8521" y="6309"/>
                    </a:cubicBezTo>
                    <a:cubicBezTo>
                      <a:pt x="9341" y="6473"/>
                      <a:pt x="9832" y="6309"/>
                      <a:pt x="10324" y="5736"/>
                    </a:cubicBezTo>
                    <a:cubicBezTo>
                      <a:pt x="12045" y="3933"/>
                      <a:pt x="13765" y="2130"/>
                      <a:pt x="15813" y="0"/>
                    </a:cubicBezTo>
                    <a:cubicBezTo>
                      <a:pt x="15404" y="2294"/>
                      <a:pt x="15076" y="4343"/>
                      <a:pt x="14585" y="6227"/>
                    </a:cubicBezTo>
                    <a:cubicBezTo>
                      <a:pt x="14257" y="7456"/>
                      <a:pt x="14748" y="7784"/>
                      <a:pt x="15813" y="8030"/>
                    </a:cubicBezTo>
                    <a:cubicBezTo>
                      <a:pt x="17780" y="8521"/>
                      <a:pt x="19664" y="9095"/>
                      <a:pt x="21549" y="9914"/>
                    </a:cubicBezTo>
                    <a:cubicBezTo>
                      <a:pt x="19255" y="10652"/>
                      <a:pt x="16879" y="11389"/>
                      <a:pt x="14502" y="12045"/>
                    </a:cubicBezTo>
                    <a:cubicBezTo>
                      <a:pt x="13601" y="12290"/>
                      <a:pt x="13274" y="12700"/>
                      <a:pt x="13191" y="13519"/>
                    </a:cubicBezTo>
                    <a:cubicBezTo>
                      <a:pt x="12864" y="15568"/>
                      <a:pt x="12454" y="17534"/>
                      <a:pt x="11963" y="199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6055278" y="2909774"/>
                <a:ext cx="22040" cy="19664"/>
              </a:xfrm>
              <a:custGeom>
                <a:rect b="b" l="l" r="r" t="t"/>
                <a:pathLst>
                  <a:path extrusionOk="0" h="19664" w="22040">
                    <a:moveTo>
                      <a:pt x="22041" y="9341"/>
                    </a:moveTo>
                    <a:cubicBezTo>
                      <a:pt x="19337" y="10160"/>
                      <a:pt x="17042" y="10897"/>
                      <a:pt x="14667" y="11553"/>
                    </a:cubicBezTo>
                    <a:cubicBezTo>
                      <a:pt x="13683" y="11799"/>
                      <a:pt x="13274" y="12208"/>
                      <a:pt x="13110" y="13191"/>
                    </a:cubicBezTo>
                    <a:cubicBezTo>
                      <a:pt x="12782" y="15240"/>
                      <a:pt x="12372" y="17288"/>
                      <a:pt x="11881" y="19664"/>
                    </a:cubicBezTo>
                    <a:cubicBezTo>
                      <a:pt x="10734" y="17862"/>
                      <a:pt x="9668" y="16305"/>
                      <a:pt x="8685" y="14667"/>
                    </a:cubicBezTo>
                    <a:cubicBezTo>
                      <a:pt x="8194" y="13929"/>
                      <a:pt x="7784" y="13683"/>
                      <a:pt x="6883" y="14011"/>
                    </a:cubicBezTo>
                    <a:cubicBezTo>
                      <a:pt x="5080" y="14748"/>
                      <a:pt x="3277" y="15240"/>
                      <a:pt x="1475" y="15896"/>
                    </a:cubicBezTo>
                    <a:cubicBezTo>
                      <a:pt x="1065" y="16059"/>
                      <a:pt x="574" y="16387"/>
                      <a:pt x="0" y="15896"/>
                    </a:cubicBezTo>
                    <a:cubicBezTo>
                      <a:pt x="1557" y="14257"/>
                      <a:pt x="3032" y="12618"/>
                      <a:pt x="4670" y="11061"/>
                    </a:cubicBezTo>
                    <a:cubicBezTo>
                      <a:pt x="5408" y="10324"/>
                      <a:pt x="5572" y="9832"/>
                      <a:pt x="4834" y="8931"/>
                    </a:cubicBezTo>
                    <a:cubicBezTo>
                      <a:pt x="3769" y="7620"/>
                      <a:pt x="2868" y="6063"/>
                      <a:pt x="1639" y="4343"/>
                    </a:cubicBezTo>
                    <a:cubicBezTo>
                      <a:pt x="4015" y="4834"/>
                      <a:pt x="6063" y="5162"/>
                      <a:pt x="8112" y="5735"/>
                    </a:cubicBezTo>
                    <a:cubicBezTo>
                      <a:pt x="9095" y="5981"/>
                      <a:pt x="9668" y="5735"/>
                      <a:pt x="10324" y="5080"/>
                    </a:cubicBezTo>
                    <a:cubicBezTo>
                      <a:pt x="11963" y="3359"/>
                      <a:pt x="13601" y="1639"/>
                      <a:pt x="15568" y="0"/>
                    </a:cubicBezTo>
                    <a:cubicBezTo>
                      <a:pt x="15158" y="2048"/>
                      <a:pt x="14830" y="4097"/>
                      <a:pt x="14421" y="6063"/>
                    </a:cubicBezTo>
                    <a:cubicBezTo>
                      <a:pt x="14257" y="6883"/>
                      <a:pt x="14421" y="7292"/>
                      <a:pt x="15322" y="7538"/>
                    </a:cubicBezTo>
                    <a:cubicBezTo>
                      <a:pt x="17452" y="8030"/>
                      <a:pt x="19501" y="8685"/>
                      <a:pt x="21959" y="93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6036350" y="2943614"/>
                <a:ext cx="22204" cy="20156"/>
              </a:xfrm>
              <a:custGeom>
                <a:rect b="b" l="l" r="r" t="t"/>
                <a:pathLst>
                  <a:path extrusionOk="0" h="20156" w="22204">
                    <a:moveTo>
                      <a:pt x="12045" y="20156"/>
                    </a:moveTo>
                    <a:cubicBezTo>
                      <a:pt x="10815" y="18271"/>
                      <a:pt x="9832" y="16797"/>
                      <a:pt x="8931" y="15240"/>
                    </a:cubicBezTo>
                    <a:cubicBezTo>
                      <a:pt x="8357" y="14257"/>
                      <a:pt x="7784" y="14175"/>
                      <a:pt x="6883" y="14585"/>
                    </a:cubicBezTo>
                    <a:cubicBezTo>
                      <a:pt x="5080" y="15240"/>
                      <a:pt x="3277" y="15896"/>
                      <a:pt x="1475" y="16469"/>
                    </a:cubicBezTo>
                    <a:cubicBezTo>
                      <a:pt x="1065" y="16633"/>
                      <a:pt x="573" y="16960"/>
                      <a:pt x="0" y="16715"/>
                    </a:cubicBezTo>
                    <a:cubicBezTo>
                      <a:pt x="1721" y="14912"/>
                      <a:pt x="3359" y="13109"/>
                      <a:pt x="5080" y="11389"/>
                    </a:cubicBezTo>
                    <a:cubicBezTo>
                      <a:pt x="5735" y="10734"/>
                      <a:pt x="5735" y="10324"/>
                      <a:pt x="5162" y="9586"/>
                    </a:cubicBezTo>
                    <a:cubicBezTo>
                      <a:pt x="4097" y="8194"/>
                      <a:pt x="3114" y="6637"/>
                      <a:pt x="1884" y="4834"/>
                    </a:cubicBezTo>
                    <a:cubicBezTo>
                      <a:pt x="4343" y="5326"/>
                      <a:pt x="6391" y="5735"/>
                      <a:pt x="8439" y="6227"/>
                    </a:cubicBezTo>
                    <a:cubicBezTo>
                      <a:pt x="9341" y="6473"/>
                      <a:pt x="9914" y="6309"/>
                      <a:pt x="10570" y="5654"/>
                    </a:cubicBezTo>
                    <a:cubicBezTo>
                      <a:pt x="12208" y="3851"/>
                      <a:pt x="13929" y="2130"/>
                      <a:pt x="15977" y="0"/>
                    </a:cubicBezTo>
                    <a:cubicBezTo>
                      <a:pt x="15568" y="2458"/>
                      <a:pt x="15240" y="4506"/>
                      <a:pt x="14748" y="6555"/>
                    </a:cubicBezTo>
                    <a:cubicBezTo>
                      <a:pt x="14503" y="7538"/>
                      <a:pt x="14748" y="7702"/>
                      <a:pt x="15650" y="7948"/>
                    </a:cubicBezTo>
                    <a:cubicBezTo>
                      <a:pt x="17698" y="8439"/>
                      <a:pt x="19746" y="9095"/>
                      <a:pt x="22204" y="9750"/>
                    </a:cubicBezTo>
                    <a:cubicBezTo>
                      <a:pt x="20566" y="10242"/>
                      <a:pt x="19337" y="10815"/>
                      <a:pt x="18108" y="10979"/>
                    </a:cubicBezTo>
                    <a:cubicBezTo>
                      <a:pt x="14421" y="11389"/>
                      <a:pt x="12700" y="13356"/>
                      <a:pt x="12700" y="17042"/>
                    </a:cubicBezTo>
                    <a:cubicBezTo>
                      <a:pt x="12700" y="17944"/>
                      <a:pt x="12372" y="18763"/>
                      <a:pt x="12126" y="200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6073713" y="2874952"/>
                <a:ext cx="21876" cy="20156"/>
              </a:xfrm>
              <a:custGeom>
                <a:rect b="b" l="l" r="r" t="t"/>
                <a:pathLst>
                  <a:path extrusionOk="0" h="20156" w="21876">
                    <a:moveTo>
                      <a:pt x="15978" y="0"/>
                    </a:moveTo>
                    <a:cubicBezTo>
                      <a:pt x="15568" y="2376"/>
                      <a:pt x="15240" y="4506"/>
                      <a:pt x="14748" y="6555"/>
                    </a:cubicBezTo>
                    <a:cubicBezTo>
                      <a:pt x="14502" y="7538"/>
                      <a:pt x="14830" y="7784"/>
                      <a:pt x="15650" y="8030"/>
                    </a:cubicBezTo>
                    <a:cubicBezTo>
                      <a:pt x="17616" y="8521"/>
                      <a:pt x="19583" y="8931"/>
                      <a:pt x="21877" y="9914"/>
                    </a:cubicBezTo>
                    <a:cubicBezTo>
                      <a:pt x="19255" y="10734"/>
                      <a:pt x="17124" y="11389"/>
                      <a:pt x="14912" y="12045"/>
                    </a:cubicBezTo>
                    <a:cubicBezTo>
                      <a:pt x="14011" y="12290"/>
                      <a:pt x="13519" y="12700"/>
                      <a:pt x="13356" y="13765"/>
                    </a:cubicBezTo>
                    <a:cubicBezTo>
                      <a:pt x="13028" y="15813"/>
                      <a:pt x="12618" y="17780"/>
                      <a:pt x="12127" y="20156"/>
                    </a:cubicBezTo>
                    <a:cubicBezTo>
                      <a:pt x="10979" y="18435"/>
                      <a:pt x="9996" y="17042"/>
                      <a:pt x="9177" y="15568"/>
                    </a:cubicBezTo>
                    <a:cubicBezTo>
                      <a:pt x="8521" y="14339"/>
                      <a:pt x="7784" y="14339"/>
                      <a:pt x="6637" y="14748"/>
                    </a:cubicBezTo>
                    <a:cubicBezTo>
                      <a:pt x="4998" y="15404"/>
                      <a:pt x="3277" y="15896"/>
                      <a:pt x="1639" y="16469"/>
                    </a:cubicBezTo>
                    <a:cubicBezTo>
                      <a:pt x="1147" y="16633"/>
                      <a:pt x="737" y="16879"/>
                      <a:pt x="0" y="16715"/>
                    </a:cubicBezTo>
                    <a:cubicBezTo>
                      <a:pt x="1721" y="14912"/>
                      <a:pt x="3277" y="13191"/>
                      <a:pt x="4916" y="11553"/>
                    </a:cubicBezTo>
                    <a:cubicBezTo>
                      <a:pt x="5654" y="10816"/>
                      <a:pt x="5654" y="10324"/>
                      <a:pt x="5080" y="9505"/>
                    </a:cubicBezTo>
                    <a:cubicBezTo>
                      <a:pt x="4015" y="8112"/>
                      <a:pt x="3114" y="6637"/>
                      <a:pt x="1885" y="4916"/>
                    </a:cubicBezTo>
                    <a:cubicBezTo>
                      <a:pt x="4343" y="5408"/>
                      <a:pt x="6391" y="5817"/>
                      <a:pt x="8521" y="6309"/>
                    </a:cubicBezTo>
                    <a:cubicBezTo>
                      <a:pt x="9341" y="6555"/>
                      <a:pt x="9914" y="6309"/>
                      <a:pt x="10488" y="5735"/>
                    </a:cubicBezTo>
                    <a:cubicBezTo>
                      <a:pt x="12208" y="3933"/>
                      <a:pt x="13929" y="2130"/>
                      <a:pt x="15896" y="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22"/>
              <p:cNvSpPr/>
              <p:nvPr/>
            </p:nvSpPr>
            <p:spPr>
              <a:xfrm>
                <a:off x="6092394" y="2840539"/>
                <a:ext cx="21712" cy="19664"/>
              </a:xfrm>
              <a:custGeom>
                <a:rect b="b" l="l" r="r" t="t"/>
                <a:pathLst>
                  <a:path extrusionOk="0" h="19664" w="21712">
                    <a:moveTo>
                      <a:pt x="21713" y="10078"/>
                    </a:moveTo>
                    <a:cubicBezTo>
                      <a:pt x="19419" y="10816"/>
                      <a:pt x="17124" y="11553"/>
                      <a:pt x="14830" y="12127"/>
                    </a:cubicBezTo>
                    <a:cubicBezTo>
                      <a:pt x="13929" y="12372"/>
                      <a:pt x="13519" y="12864"/>
                      <a:pt x="13356" y="13765"/>
                    </a:cubicBezTo>
                    <a:cubicBezTo>
                      <a:pt x="13028" y="15732"/>
                      <a:pt x="12618" y="17698"/>
                      <a:pt x="12208" y="19664"/>
                    </a:cubicBezTo>
                    <a:cubicBezTo>
                      <a:pt x="12045" y="19664"/>
                      <a:pt x="11963" y="19664"/>
                      <a:pt x="11799" y="19664"/>
                    </a:cubicBezTo>
                    <a:cubicBezTo>
                      <a:pt x="10816" y="18190"/>
                      <a:pt x="9832" y="16715"/>
                      <a:pt x="8931" y="15158"/>
                    </a:cubicBezTo>
                    <a:cubicBezTo>
                      <a:pt x="8439" y="14339"/>
                      <a:pt x="7948" y="14257"/>
                      <a:pt x="7128" y="14585"/>
                    </a:cubicBezTo>
                    <a:cubicBezTo>
                      <a:pt x="4834" y="15404"/>
                      <a:pt x="2458" y="16223"/>
                      <a:pt x="0" y="16797"/>
                    </a:cubicBezTo>
                    <a:cubicBezTo>
                      <a:pt x="1557" y="15076"/>
                      <a:pt x="3114" y="13356"/>
                      <a:pt x="4834" y="11799"/>
                    </a:cubicBezTo>
                    <a:cubicBezTo>
                      <a:pt x="5817" y="10816"/>
                      <a:pt x="5736" y="10242"/>
                      <a:pt x="4998" y="9177"/>
                    </a:cubicBezTo>
                    <a:cubicBezTo>
                      <a:pt x="4015" y="7948"/>
                      <a:pt x="3196" y="6555"/>
                      <a:pt x="2130" y="5080"/>
                    </a:cubicBezTo>
                    <a:cubicBezTo>
                      <a:pt x="4343" y="5244"/>
                      <a:pt x="6391" y="5736"/>
                      <a:pt x="8439" y="6227"/>
                    </a:cubicBezTo>
                    <a:cubicBezTo>
                      <a:pt x="9587" y="6473"/>
                      <a:pt x="10160" y="6227"/>
                      <a:pt x="10898" y="5408"/>
                    </a:cubicBezTo>
                    <a:cubicBezTo>
                      <a:pt x="12454" y="3687"/>
                      <a:pt x="14175" y="2048"/>
                      <a:pt x="16059" y="0"/>
                    </a:cubicBezTo>
                    <a:cubicBezTo>
                      <a:pt x="15650" y="2294"/>
                      <a:pt x="15322" y="4179"/>
                      <a:pt x="14830" y="6063"/>
                    </a:cubicBezTo>
                    <a:cubicBezTo>
                      <a:pt x="14502" y="7292"/>
                      <a:pt x="14830" y="7866"/>
                      <a:pt x="16059" y="8112"/>
                    </a:cubicBezTo>
                    <a:cubicBezTo>
                      <a:pt x="17944" y="8521"/>
                      <a:pt x="19828" y="9095"/>
                      <a:pt x="21631" y="9668"/>
                    </a:cubicBezTo>
                    <a:cubicBezTo>
                      <a:pt x="21631" y="9750"/>
                      <a:pt x="21631" y="9914"/>
                      <a:pt x="21631" y="99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22"/>
              <p:cNvSpPr/>
              <p:nvPr/>
            </p:nvSpPr>
            <p:spPr>
              <a:xfrm>
                <a:off x="6140490" y="2980321"/>
                <a:ext cx="17616" cy="22942"/>
              </a:xfrm>
              <a:custGeom>
                <a:rect b="b" l="l" r="r" t="t"/>
                <a:pathLst>
                  <a:path extrusionOk="0" h="22942" w="17616">
                    <a:moveTo>
                      <a:pt x="17616" y="15076"/>
                    </a:moveTo>
                    <a:cubicBezTo>
                      <a:pt x="15650" y="14994"/>
                      <a:pt x="14011" y="14912"/>
                      <a:pt x="12372" y="14749"/>
                    </a:cubicBezTo>
                    <a:cubicBezTo>
                      <a:pt x="11225" y="14585"/>
                      <a:pt x="10898" y="14994"/>
                      <a:pt x="10652" y="15978"/>
                    </a:cubicBezTo>
                    <a:cubicBezTo>
                      <a:pt x="10160" y="18354"/>
                      <a:pt x="9505" y="20648"/>
                      <a:pt x="8603" y="22942"/>
                    </a:cubicBezTo>
                    <a:cubicBezTo>
                      <a:pt x="8112" y="20484"/>
                      <a:pt x="7538" y="18026"/>
                      <a:pt x="7047" y="15568"/>
                    </a:cubicBezTo>
                    <a:cubicBezTo>
                      <a:pt x="6883" y="14667"/>
                      <a:pt x="6473" y="14339"/>
                      <a:pt x="5572" y="14339"/>
                    </a:cubicBezTo>
                    <a:cubicBezTo>
                      <a:pt x="3851" y="14339"/>
                      <a:pt x="2048" y="14257"/>
                      <a:pt x="0" y="14175"/>
                    </a:cubicBezTo>
                    <a:cubicBezTo>
                      <a:pt x="1557" y="12700"/>
                      <a:pt x="2868" y="11389"/>
                      <a:pt x="4261" y="10160"/>
                    </a:cubicBezTo>
                    <a:cubicBezTo>
                      <a:pt x="5244" y="9341"/>
                      <a:pt x="5572" y="8521"/>
                      <a:pt x="5162" y="7210"/>
                    </a:cubicBezTo>
                    <a:cubicBezTo>
                      <a:pt x="4425" y="4998"/>
                      <a:pt x="4015" y="2704"/>
                      <a:pt x="3359" y="0"/>
                    </a:cubicBezTo>
                    <a:cubicBezTo>
                      <a:pt x="5162" y="1803"/>
                      <a:pt x="6719" y="3278"/>
                      <a:pt x="8276" y="4834"/>
                    </a:cubicBezTo>
                    <a:cubicBezTo>
                      <a:pt x="8849" y="5408"/>
                      <a:pt x="9259" y="5490"/>
                      <a:pt x="9832" y="4834"/>
                    </a:cubicBezTo>
                    <a:cubicBezTo>
                      <a:pt x="11307" y="3359"/>
                      <a:pt x="12782" y="1967"/>
                      <a:pt x="14585" y="246"/>
                    </a:cubicBezTo>
                    <a:cubicBezTo>
                      <a:pt x="13929" y="3032"/>
                      <a:pt x="13356" y="5408"/>
                      <a:pt x="12700" y="7702"/>
                    </a:cubicBezTo>
                    <a:cubicBezTo>
                      <a:pt x="12454" y="8685"/>
                      <a:pt x="12618" y="9341"/>
                      <a:pt x="13274" y="10160"/>
                    </a:cubicBezTo>
                    <a:cubicBezTo>
                      <a:pt x="14667" y="11635"/>
                      <a:pt x="15978" y="13274"/>
                      <a:pt x="17616" y="1507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6177853" y="2911741"/>
                <a:ext cx="17616" cy="22860"/>
              </a:xfrm>
              <a:custGeom>
                <a:rect b="b" l="l" r="r" t="t"/>
                <a:pathLst>
                  <a:path extrusionOk="0" h="22860" w="17616">
                    <a:moveTo>
                      <a:pt x="14667" y="164"/>
                    </a:moveTo>
                    <a:cubicBezTo>
                      <a:pt x="13929" y="3032"/>
                      <a:pt x="13356" y="5572"/>
                      <a:pt x="12700" y="8030"/>
                    </a:cubicBezTo>
                    <a:cubicBezTo>
                      <a:pt x="12536" y="8767"/>
                      <a:pt x="12618" y="9177"/>
                      <a:pt x="13110" y="9750"/>
                    </a:cubicBezTo>
                    <a:cubicBezTo>
                      <a:pt x="14585" y="11389"/>
                      <a:pt x="15978" y="13028"/>
                      <a:pt x="17616" y="14912"/>
                    </a:cubicBezTo>
                    <a:cubicBezTo>
                      <a:pt x="15650" y="14830"/>
                      <a:pt x="14011" y="14749"/>
                      <a:pt x="12372" y="14585"/>
                    </a:cubicBezTo>
                    <a:cubicBezTo>
                      <a:pt x="11225" y="14421"/>
                      <a:pt x="10898" y="14830"/>
                      <a:pt x="10652" y="15896"/>
                    </a:cubicBezTo>
                    <a:cubicBezTo>
                      <a:pt x="10078" y="18272"/>
                      <a:pt x="9505" y="20566"/>
                      <a:pt x="8603" y="22860"/>
                    </a:cubicBezTo>
                    <a:cubicBezTo>
                      <a:pt x="8112" y="20402"/>
                      <a:pt x="7538" y="18026"/>
                      <a:pt x="7128" y="15568"/>
                    </a:cubicBezTo>
                    <a:cubicBezTo>
                      <a:pt x="6965" y="14585"/>
                      <a:pt x="6473" y="14257"/>
                      <a:pt x="5572" y="14257"/>
                    </a:cubicBezTo>
                    <a:cubicBezTo>
                      <a:pt x="3851" y="14257"/>
                      <a:pt x="2048" y="14175"/>
                      <a:pt x="0" y="14093"/>
                    </a:cubicBezTo>
                    <a:cubicBezTo>
                      <a:pt x="1721" y="12454"/>
                      <a:pt x="3196" y="10979"/>
                      <a:pt x="4752" y="9587"/>
                    </a:cubicBezTo>
                    <a:cubicBezTo>
                      <a:pt x="5408" y="9013"/>
                      <a:pt x="5572" y="8439"/>
                      <a:pt x="5326" y="7620"/>
                    </a:cubicBezTo>
                    <a:cubicBezTo>
                      <a:pt x="4670" y="5326"/>
                      <a:pt x="4179" y="2950"/>
                      <a:pt x="3523" y="246"/>
                    </a:cubicBezTo>
                    <a:cubicBezTo>
                      <a:pt x="5162" y="1229"/>
                      <a:pt x="6063" y="2458"/>
                      <a:pt x="7128" y="3441"/>
                    </a:cubicBezTo>
                    <a:cubicBezTo>
                      <a:pt x="9095" y="5326"/>
                      <a:pt x="9095" y="5408"/>
                      <a:pt x="11061" y="3441"/>
                    </a:cubicBezTo>
                    <a:cubicBezTo>
                      <a:pt x="12127" y="2376"/>
                      <a:pt x="13192" y="1393"/>
                      <a:pt x="146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22"/>
              <p:cNvSpPr/>
              <p:nvPr/>
            </p:nvSpPr>
            <p:spPr>
              <a:xfrm>
                <a:off x="6159254" y="2946236"/>
                <a:ext cx="17534" cy="22197"/>
              </a:xfrm>
              <a:custGeom>
                <a:rect b="b" l="l" r="r" t="t"/>
                <a:pathLst>
                  <a:path extrusionOk="0" h="22197" w="17534">
                    <a:moveTo>
                      <a:pt x="8521" y="22123"/>
                    </a:moveTo>
                    <a:cubicBezTo>
                      <a:pt x="8030" y="19828"/>
                      <a:pt x="7456" y="17616"/>
                      <a:pt x="7046" y="15322"/>
                    </a:cubicBezTo>
                    <a:cubicBezTo>
                      <a:pt x="6883" y="14339"/>
                      <a:pt x="6473" y="14093"/>
                      <a:pt x="5572" y="14093"/>
                    </a:cubicBezTo>
                    <a:cubicBezTo>
                      <a:pt x="3851" y="14093"/>
                      <a:pt x="2048" y="14011"/>
                      <a:pt x="0" y="13929"/>
                    </a:cubicBezTo>
                    <a:cubicBezTo>
                      <a:pt x="1557" y="12454"/>
                      <a:pt x="2868" y="11061"/>
                      <a:pt x="4261" y="9832"/>
                    </a:cubicBezTo>
                    <a:cubicBezTo>
                      <a:pt x="5244" y="9013"/>
                      <a:pt x="5490" y="8194"/>
                      <a:pt x="5162" y="6965"/>
                    </a:cubicBezTo>
                    <a:cubicBezTo>
                      <a:pt x="4506" y="4834"/>
                      <a:pt x="4015" y="2622"/>
                      <a:pt x="3441" y="246"/>
                    </a:cubicBezTo>
                    <a:cubicBezTo>
                      <a:pt x="4916" y="901"/>
                      <a:pt x="5736" y="2130"/>
                      <a:pt x="6719" y="3114"/>
                    </a:cubicBezTo>
                    <a:cubicBezTo>
                      <a:pt x="8931" y="5326"/>
                      <a:pt x="8931" y="5326"/>
                      <a:pt x="11143" y="3114"/>
                    </a:cubicBezTo>
                    <a:cubicBezTo>
                      <a:pt x="12127" y="2212"/>
                      <a:pt x="13110" y="1229"/>
                      <a:pt x="14421" y="0"/>
                    </a:cubicBezTo>
                    <a:cubicBezTo>
                      <a:pt x="13847" y="2294"/>
                      <a:pt x="13601" y="4261"/>
                      <a:pt x="12946" y="6145"/>
                    </a:cubicBezTo>
                    <a:cubicBezTo>
                      <a:pt x="12208" y="8112"/>
                      <a:pt x="12536" y="9505"/>
                      <a:pt x="14093" y="10898"/>
                    </a:cubicBezTo>
                    <a:cubicBezTo>
                      <a:pt x="15240" y="11963"/>
                      <a:pt x="16223" y="13274"/>
                      <a:pt x="17534" y="14749"/>
                    </a:cubicBezTo>
                    <a:cubicBezTo>
                      <a:pt x="15486" y="14585"/>
                      <a:pt x="13765" y="14503"/>
                      <a:pt x="11963" y="14339"/>
                    </a:cubicBezTo>
                    <a:cubicBezTo>
                      <a:pt x="11143" y="14339"/>
                      <a:pt x="10816" y="14503"/>
                      <a:pt x="10652" y="15322"/>
                    </a:cubicBezTo>
                    <a:cubicBezTo>
                      <a:pt x="10160" y="17452"/>
                      <a:pt x="9587" y="19501"/>
                      <a:pt x="9013" y="21631"/>
                    </a:cubicBezTo>
                    <a:cubicBezTo>
                      <a:pt x="9013" y="21959"/>
                      <a:pt x="9013" y="22368"/>
                      <a:pt x="8439" y="221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22"/>
              <p:cNvSpPr/>
              <p:nvPr/>
            </p:nvSpPr>
            <p:spPr>
              <a:xfrm>
                <a:off x="6196698" y="2877656"/>
                <a:ext cx="17534" cy="22115"/>
              </a:xfrm>
              <a:custGeom>
                <a:rect b="b" l="l" r="r" t="t"/>
                <a:pathLst>
                  <a:path extrusionOk="0" h="22115" w="17534">
                    <a:moveTo>
                      <a:pt x="8521" y="21959"/>
                    </a:moveTo>
                    <a:cubicBezTo>
                      <a:pt x="8030" y="19746"/>
                      <a:pt x="7538" y="17534"/>
                      <a:pt x="7128" y="15322"/>
                    </a:cubicBezTo>
                    <a:cubicBezTo>
                      <a:pt x="6965" y="14339"/>
                      <a:pt x="6555" y="13929"/>
                      <a:pt x="5572" y="14011"/>
                    </a:cubicBezTo>
                    <a:cubicBezTo>
                      <a:pt x="3851" y="14011"/>
                      <a:pt x="2212" y="13929"/>
                      <a:pt x="0" y="13847"/>
                    </a:cubicBezTo>
                    <a:cubicBezTo>
                      <a:pt x="1803" y="12127"/>
                      <a:pt x="3195" y="10652"/>
                      <a:pt x="4670" y="9341"/>
                    </a:cubicBezTo>
                    <a:cubicBezTo>
                      <a:pt x="5326" y="8767"/>
                      <a:pt x="5490" y="8276"/>
                      <a:pt x="5244" y="7374"/>
                    </a:cubicBezTo>
                    <a:cubicBezTo>
                      <a:pt x="4588" y="4998"/>
                      <a:pt x="4015" y="2622"/>
                      <a:pt x="3359" y="0"/>
                    </a:cubicBezTo>
                    <a:cubicBezTo>
                      <a:pt x="5162" y="1229"/>
                      <a:pt x="6473" y="2622"/>
                      <a:pt x="7784" y="4097"/>
                    </a:cubicBezTo>
                    <a:cubicBezTo>
                      <a:pt x="8685" y="5080"/>
                      <a:pt x="9259" y="5080"/>
                      <a:pt x="10242" y="4097"/>
                    </a:cubicBezTo>
                    <a:cubicBezTo>
                      <a:pt x="11471" y="2786"/>
                      <a:pt x="12782" y="1557"/>
                      <a:pt x="14420" y="410"/>
                    </a:cubicBezTo>
                    <a:cubicBezTo>
                      <a:pt x="14011" y="2130"/>
                      <a:pt x="13847" y="4015"/>
                      <a:pt x="13110" y="5654"/>
                    </a:cubicBezTo>
                    <a:cubicBezTo>
                      <a:pt x="12126" y="7948"/>
                      <a:pt x="12700" y="9587"/>
                      <a:pt x="14502" y="11143"/>
                    </a:cubicBezTo>
                    <a:cubicBezTo>
                      <a:pt x="15568" y="12127"/>
                      <a:pt x="16387" y="13356"/>
                      <a:pt x="17534" y="14667"/>
                    </a:cubicBezTo>
                    <a:cubicBezTo>
                      <a:pt x="15568" y="14503"/>
                      <a:pt x="13929" y="14421"/>
                      <a:pt x="12208" y="14339"/>
                    </a:cubicBezTo>
                    <a:cubicBezTo>
                      <a:pt x="11389" y="14339"/>
                      <a:pt x="10897" y="14339"/>
                      <a:pt x="10652" y="15404"/>
                    </a:cubicBezTo>
                    <a:cubicBezTo>
                      <a:pt x="10242" y="17452"/>
                      <a:pt x="9586" y="19501"/>
                      <a:pt x="9013" y="21549"/>
                    </a:cubicBezTo>
                    <a:cubicBezTo>
                      <a:pt x="9013" y="21877"/>
                      <a:pt x="9013" y="22286"/>
                      <a:pt x="8439" y="220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6043151" y="2888635"/>
                <a:ext cx="21958" cy="19418"/>
              </a:xfrm>
              <a:custGeom>
                <a:rect b="b" l="l" r="r" t="t"/>
                <a:pathLst>
                  <a:path extrusionOk="0" h="19418" w="21958">
                    <a:moveTo>
                      <a:pt x="12208" y="19419"/>
                    </a:moveTo>
                    <a:cubicBezTo>
                      <a:pt x="10979" y="17780"/>
                      <a:pt x="9914" y="16469"/>
                      <a:pt x="9013" y="15076"/>
                    </a:cubicBezTo>
                    <a:cubicBezTo>
                      <a:pt x="8521" y="14339"/>
                      <a:pt x="8030" y="14257"/>
                      <a:pt x="7292" y="14667"/>
                    </a:cubicBezTo>
                    <a:cubicBezTo>
                      <a:pt x="4916" y="15732"/>
                      <a:pt x="2540" y="16715"/>
                      <a:pt x="0" y="17452"/>
                    </a:cubicBezTo>
                    <a:cubicBezTo>
                      <a:pt x="1721" y="15568"/>
                      <a:pt x="3441" y="13683"/>
                      <a:pt x="5162" y="11799"/>
                    </a:cubicBezTo>
                    <a:cubicBezTo>
                      <a:pt x="5735" y="11225"/>
                      <a:pt x="5817" y="10816"/>
                      <a:pt x="5162" y="10160"/>
                    </a:cubicBezTo>
                    <a:cubicBezTo>
                      <a:pt x="4097" y="8931"/>
                      <a:pt x="3113" y="7620"/>
                      <a:pt x="1884" y="6063"/>
                    </a:cubicBezTo>
                    <a:cubicBezTo>
                      <a:pt x="4343" y="6227"/>
                      <a:pt x="6391" y="6391"/>
                      <a:pt x="8521" y="6637"/>
                    </a:cubicBezTo>
                    <a:cubicBezTo>
                      <a:pt x="9423" y="6719"/>
                      <a:pt x="9914" y="6473"/>
                      <a:pt x="10488" y="5899"/>
                    </a:cubicBezTo>
                    <a:cubicBezTo>
                      <a:pt x="12208" y="4015"/>
                      <a:pt x="13929" y="2130"/>
                      <a:pt x="15977" y="0"/>
                    </a:cubicBezTo>
                    <a:cubicBezTo>
                      <a:pt x="15486" y="2376"/>
                      <a:pt x="15158" y="4261"/>
                      <a:pt x="14748" y="6227"/>
                    </a:cubicBezTo>
                    <a:cubicBezTo>
                      <a:pt x="14585" y="7047"/>
                      <a:pt x="14585" y="7456"/>
                      <a:pt x="15650" y="7538"/>
                    </a:cubicBezTo>
                    <a:cubicBezTo>
                      <a:pt x="17698" y="7784"/>
                      <a:pt x="19828" y="8194"/>
                      <a:pt x="21959" y="8849"/>
                    </a:cubicBezTo>
                    <a:cubicBezTo>
                      <a:pt x="19992" y="9587"/>
                      <a:pt x="18026" y="10488"/>
                      <a:pt x="16059" y="11061"/>
                    </a:cubicBezTo>
                    <a:cubicBezTo>
                      <a:pt x="14257" y="11553"/>
                      <a:pt x="13274" y="12454"/>
                      <a:pt x="13192" y="14421"/>
                    </a:cubicBezTo>
                    <a:cubicBezTo>
                      <a:pt x="13110" y="15978"/>
                      <a:pt x="12618" y="17534"/>
                      <a:pt x="12208" y="194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6080760" y="2819891"/>
                <a:ext cx="21876" cy="19336"/>
              </a:xfrm>
              <a:custGeom>
                <a:rect b="b" l="l" r="r" t="t"/>
                <a:pathLst>
                  <a:path extrusionOk="0" h="19336" w="21876">
                    <a:moveTo>
                      <a:pt x="0" y="17288"/>
                    </a:moveTo>
                    <a:cubicBezTo>
                      <a:pt x="1557" y="15568"/>
                      <a:pt x="3113" y="13765"/>
                      <a:pt x="4752" y="12127"/>
                    </a:cubicBezTo>
                    <a:cubicBezTo>
                      <a:pt x="5572" y="11307"/>
                      <a:pt x="5490" y="10734"/>
                      <a:pt x="4752" y="9914"/>
                    </a:cubicBezTo>
                    <a:cubicBezTo>
                      <a:pt x="3769" y="8767"/>
                      <a:pt x="2868" y="7620"/>
                      <a:pt x="1721" y="6145"/>
                    </a:cubicBezTo>
                    <a:cubicBezTo>
                      <a:pt x="4097" y="6391"/>
                      <a:pt x="6227" y="6473"/>
                      <a:pt x="8275" y="6719"/>
                    </a:cubicBezTo>
                    <a:cubicBezTo>
                      <a:pt x="9177" y="6801"/>
                      <a:pt x="9750" y="6637"/>
                      <a:pt x="10324" y="5899"/>
                    </a:cubicBezTo>
                    <a:cubicBezTo>
                      <a:pt x="12044" y="4015"/>
                      <a:pt x="13765" y="2130"/>
                      <a:pt x="15813" y="0"/>
                    </a:cubicBezTo>
                    <a:cubicBezTo>
                      <a:pt x="15404" y="2130"/>
                      <a:pt x="15076" y="3933"/>
                      <a:pt x="14666" y="5735"/>
                    </a:cubicBezTo>
                    <a:cubicBezTo>
                      <a:pt x="14420" y="6883"/>
                      <a:pt x="14420" y="7538"/>
                      <a:pt x="15895" y="7620"/>
                    </a:cubicBezTo>
                    <a:cubicBezTo>
                      <a:pt x="17862" y="7784"/>
                      <a:pt x="19828" y="8194"/>
                      <a:pt x="21877" y="8767"/>
                    </a:cubicBezTo>
                    <a:cubicBezTo>
                      <a:pt x="19746" y="9586"/>
                      <a:pt x="17616" y="10488"/>
                      <a:pt x="15404" y="11143"/>
                    </a:cubicBezTo>
                    <a:cubicBezTo>
                      <a:pt x="13847" y="11635"/>
                      <a:pt x="13274" y="12454"/>
                      <a:pt x="13109" y="14011"/>
                    </a:cubicBezTo>
                    <a:cubicBezTo>
                      <a:pt x="12864" y="15650"/>
                      <a:pt x="12454" y="17370"/>
                      <a:pt x="12044" y="19337"/>
                    </a:cubicBezTo>
                    <a:cubicBezTo>
                      <a:pt x="10979" y="17944"/>
                      <a:pt x="10078" y="16879"/>
                      <a:pt x="9341" y="15731"/>
                    </a:cubicBezTo>
                    <a:cubicBezTo>
                      <a:pt x="8521" y="14421"/>
                      <a:pt x="7784" y="14093"/>
                      <a:pt x="6309" y="14830"/>
                    </a:cubicBezTo>
                    <a:cubicBezTo>
                      <a:pt x="4343" y="15896"/>
                      <a:pt x="2212" y="16633"/>
                      <a:pt x="164" y="17452"/>
                    </a:cubicBezTo>
                    <a:cubicBezTo>
                      <a:pt x="164" y="17370"/>
                      <a:pt x="0" y="17207"/>
                      <a:pt x="0" y="171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22"/>
              <p:cNvSpPr/>
              <p:nvPr/>
            </p:nvSpPr>
            <p:spPr>
              <a:xfrm>
                <a:off x="6024552" y="2923130"/>
                <a:ext cx="21958" cy="19172"/>
              </a:xfrm>
              <a:custGeom>
                <a:rect b="b" l="l" r="r" t="t"/>
                <a:pathLst>
                  <a:path extrusionOk="0" h="19172" w="21958">
                    <a:moveTo>
                      <a:pt x="1803" y="5981"/>
                    </a:moveTo>
                    <a:cubicBezTo>
                      <a:pt x="4015" y="6145"/>
                      <a:pt x="5981" y="6227"/>
                      <a:pt x="7784" y="6555"/>
                    </a:cubicBezTo>
                    <a:cubicBezTo>
                      <a:pt x="9177" y="6801"/>
                      <a:pt x="9996" y="6309"/>
                      <a:pt x="10897" y="5326"/>
                    </a:cubicBezTo>
                    <a:cubicBezTo>
                      <a:pt x="12372" y="3605"/>
                      <a:pt x="14011" y="1966"/>
                      <a:pt x="15814" y="0"/>
                    </a:cubicBezTo>
                    <a:cubicBezTo>
                      <a:pt x="15404" y="2294"/>
                      <a:pt x="15158" y="4179"/>
                      <a:pt x="14667" y="6063"/>
                    </a:cubicBezTo>
                    <a:cubicBezTo>
                      <a:pt x="14339" y="7210"/>
                      <a:pt x="14748" y="7374"/>
                      <a:pt x="15732" y="7538"/>
                    </a:cubicBezTo>
                    <a:cubicBezTo>
                      <a:pt x="17780" y="7784"/>
                      <a:pt x="19746" y="8194"/>
                      <a:pt x="21795" y="8521"/>
                    </a:cubicBezTo>
                    <a:cubicBezTo>
                      <a:pt x="21795" y="8685"/>
                      <a:pt x="21877" y="8931"/>
                      <a:pt x="21959" y="9095"/>
                    </a:cubicBezTo>
                    <a:cubicBezTo>
                      <a:pt x="19583" y="9914"/>
                      <a:pt x="17207" y="10734"/>
                      <a:pt x="14830" y="11471"/>
                    </a:cubicBezTo>
                    <a:cubicBezTo>
                      <a:pt x="13765" y="11799"/>
                      <a:pt x="13437" y="12454"/>
                      <a:pt x="13274" y="13356"/>
                    </a:cubicBezTo>
                    <a:cubicBezTo>
                      <a:pt x="12946" y="15240"/>
                      <a:pt x="12700" y="17124"/>
                      <a:pt x="11963" y="19173"/>
                    </a:cubicBezTo>
                    <a:cubicBezTo>
                      <a:pt x="10897" y="17862"/>
                      <a:pt x="9914" y="16715"/>
                      <a:pt x="9177" y="15486"/>
                    </a:cubicBezTo>
                    <a:cubicBezTo>
                      <a:pt x="8521" y="14420"/>
                      <a:pt x="7948" y="14175"/>
                      <a:pt x="6719" y="14748"/>
                    </a:cubicBezTo>
                    <a:cubicBezTo>
                      <a:pt x="4834" y="15650"/>
                      <a:pt x="2950" y="16387"/>
                      <a:pt x="1065" y="17124"/>
                    </a:cubicBezTo>
                    <a:cubicBezTo>
                      <a:pt x="737" y="17288"/>
                      <a:pt x="410" y="17616"/>
                      <a:pt x="0" y="17206"/>
                    </a:cubicBezTo>
                    <a:cubicBezTo>
                      <a:pt x="1721" y="15404"/>
                      <a:pt x="3277" y="13519"/>
                      <a:pt x="5080" y="11717"/>
                    </a:cubicBezTo>
                    <a:cubicBezTo>
                      <a:pt x="5735" y="11061"/>
                      <a:pt x="5654" y="10734"/>
                      <a:pt x="5080" y="10078"/>
                    </a:cubicBezTo>
                    <a:cubicBezTo>
                      <a:pt x="4015" y="8849"/>
                      <a:pt x="3032" y="7538"/>
                      <a:pt x="1803" y="598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22"/>
              <p:cNvSpPr/>
              <p:nvPr/>
            </p:nvSpPr>
            <p:spPr>
              <a:xfrm>
                <a:off x="6062078" y="2854468"/>
                <a:ext cx="21712" cy="19254"/>
              </a:xfrm>
              <a:custGeom>
                <a:rect b="b" l="l" r="r" t="t"/>
                <a:pathLst>
                  <a:path extrusionOk="0" h="19254" w="21712">
                    <a:moveTo>
                      <a:pt x="12044" y="19255"/>
                    </a:moveTo>
                    <a:cubicBezTo>
                      <a:pt x="10897" y="17698"/>
                      <a:pt x="9832" y="16387"/>
                      <a:pt x="8849" y="14994"/>
                    </a:cubicBezTo>
                    <a:cubicBezTo>
                      <a:pt x="8275" y="14175"/>
                      <a:pt x="7784" y="14093"/>
                      <a:pt x="6883" y="14502"/>
                    </a:cubicBezTo>
                    <a:cubicBezTo>
                      <a:pt x="4998" y="15404"/>
                      <a:pt x="3032" y="16141"/>
                      <a:pt x="1065" y="16961"/>
                    </a:cubicBezTo>
                    <a:cubicBezTo>
                      <a:pt x="737" y="17124"/>
                      <a:pt x="492" y="17370"/>
                      <a:pt x="0" y="16961"/>
                    </a:cubicBezTo>
                    <a:cubicBezTo>
                      <a:pt x="1639" y="15158"/>
                      <a:pt x="3195" y="13356"/>
                      <a:pt x="4834" y="11635"/>
                    </a:cubicBezTo>
                    <a:cubicBezTo>
                      <a:pt x="5490" y="10897"/>
                      <a:pt x="5490" y="10488"/>
                      <a:pt x="4834" y="9750"/>
                    </a:cubicBezTo>
                    <a:cubicBezTo>
                      <a:pt x="3769" y="8603"/>
                      <a:pt x="2868" y="7374"/>
                      <a:pt x="1721" y="5981"/>
                    </a:cubicBezTo>
                    <a:cubicBezTo>
                      <a:pt x="3933" y="5899"/>
                      <a:pt x="5817" y="6145"/>
                      <a:pt x="7784" y="6391"/>
                    </a:cubicBezTo>
                    <a:cubicBezTo>
                      <a:pt x="8931" y="6555"/>
                      <a:pt x="9750" y="6391"/>
                      <a:pt x="10488" y="5408"/>
                    </a:cubicBezTo>
                    <a:cubicBezTo>
                      <a:pt x="12044" y="3605"/>
                      <a:pt x="13683" y="1966"/>
                      <a:pt x="15486" y="0"/>
                    </a:cubicBezTo>
                    <a:cubicBezTo>
                      <a:pt x="15486" y="1721"/>
                      <a:pt x="14994" y="3195"/>
                      <a:pt x="14748" y="4670"/>
                    </a:cubicBezTo>
                    <a:cubicBezTo>
                      <a:pt x="14339" y="7128"/>
                      <a:pt x="14257" y="7046"/>
                      <a:pt x="16633" y="7456"/>
                    </a:cubicBezTo>
                    <a:cubicBezTo>
                      <a:pt x="18272" y="7702"/>
                      <a:pt x="19992" y="8030"/>
                      <a:pt x="21631" y="8276"/>
                    </a:cubicBezTo>
                    <a:cubicBezTo>
                      <a:pt x="21631" y="8439"/>
                      <a:pt x="21631" y="8603"/>
                      <a:pt x="21713" y="8767"/>
                    </a:cubicBezTo>
                    <a:cubicBezTo>
                      <a:pt x="19419" y="9586"/>
                      <a:pt x="17206" y="10406"/>
                      <a:pt x="14912" y="11143"/>
                    </a:cubicBezTo>
                    <a:cubicBezTo>
                      <a:pt x="13765" y="11471"/>
                      <a:pt x="13192" y="12045"/>
                      <a:pt x="13028" y="13356"/>
                    </a:cubicBezTo>
                    <a:cubicBezTo>
                      <a:pt x="12782" y="15240"/>
                      <a:pt x="12290" y="17124"/>
                      <a:pt x="11881" y="1917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6164416" y="2978682"/>
                <a:ext cx="15813" cy="23843"/>
              </a:xfrm>
              <a:custGeom>
                <a:rect b="b" l="l" r="r" t="t"/>
                <a:pathLst>
                  <a:path extrusionOk="0" h="23843" w="15813">
                    <a:moveTo>
                      <a:pt x="3933" y="0"/>
                    </a:moveTo>
                    <a:cubicBezTo>
                      <a:pt x="5162" y="1557"/>
                      <a:pt x="6473" y="3032"/>
                      <a:pt x="7620" y="4752"/>
                    </a:cubicBezTo>
                    <a:cubicBezTo>
                      <a:pt x="8357" y="5817"/>
                      <a:pt x="8767" y="5654"/>
                      <a:pt x="9505" y="4834"/>
                    </a:cubicBezTo>
                    <a:cubicBezTo>
                      <a:pt x="10734" y="3523"/>
                      <a:pt x="12045" y="2376"/>
                      <a:pt x="13601" y="1229"/>
                    </a:cubicBezTo>
                    <a:cubicBezTo>
                      <a:pt x="12946" y="3687"/>
                      <a:pt x="12290" y="6145"/>
                      <a:pt x="11635" y="8521"/>
                    </a:cubicBezTo>
                    <a:cubicBezTo>
                      <a:pt x="11389" y="9341"/>
                      <a:pt x="11471" y="9996"/>
                      <a:pt x="12045" y="10734"/>
                    </a:cubicBezTo>
                    <a:cubicBezTo>
                      <a:pt x="13274" y="12454"/>
                      <a:pt x="14420" y="14175"/>
                      <a:pt x="15813" y="16223"/>
                    </a:cubicBezTo>
                    <a:cubicBezTo>
                      <a:pt x="14011" y="15977"/>
                      <a:pt x="12536" y="15731"/>
                      <a:pt x="10979" y="15486"/>
                    </a:cubicBezTo>
                    <a:cubicBezTo>
                      <a:pt x="10160" y="15322"/>
                      <a:pt x="9750" y="15486"/>
                      <a:pt x="9505" y="16387"/>
                    </a:cubicBezTo>
                    <a:cubicBezTo>
                      <a:pt x="8849" y="18927"/>
                      <a:pt x="8112" y="21385"/>
                      <a:pt x="7292" y="23843"/>
                    </a:cubicBezTo>
                    <a:cubicBezTo>
                      <a:pt x="6965" y="21221"/>
                      <a:pt x="6555" y="18599"/>
                      <a:pt x="6227" y="15977"/>
                    </a:cubicBezTo>
                    <a:cubicBezTo>
                      <a:pt x="6145" y="14994"/>
                      <a:pt x="5817" y="14748"/>
                      <a:pt x="4834" y="14830"/>
                    </a:cubicBezTo>
                    <a:cubicBezTo>
                      <a:pt x="3195" y="14994"/>
                      <a:pt x="1557" y="15076"/>
                      <a:pt x="0" y="13929"/>
                    </a:cubicBezTo>
                    <a:cubicBezTo>
                      <a:pt x="1475" y="12536"/>
                      <a:pt x="2868" y="11061"/>
                      <a:pt x="4343" y="9750"/>
                    </a:cubicBezTo>
                    <a:cubicBezTo>
                      <a:pt x="4998" y="9177"/>
                      <a:pt x="5162" y="8603"/>
                      <a:pt x="4998" y="7784"/>
                    </a:cubicBezTo>
                    <a:cubicBezTo>
                      <a:pt x="4506" y="5244"/>
                      <a:pt x="4097" y="2622"/>
                      <a:pt x="3687" y="82"/>
                    </a:cubicBezTo>
                    <a:cubicBezTo>
                      <a:pt x="3769" y="82"/>
                      <a:pt x="3851" y="82"/>
                      <a:pt x="39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6220739" y="2875607"/>
                <a:ext cx="15780" cy="23683"/>
              </a:xfrm>
              <a:custGeom>
                <a:rect b="b" l="l" r="r" t="t"/>
                <a:pathLst>
                  <a:path extrusionOk="0" h="23683" w="15780">
                    <a:moveTo>
                      <a:pt x="7013" y="23515"/>
                    </a:moveTo>
                    <a:cubicBezTo>
                      <a:pt x="6685" y="21057"/>
                      <a:pt x="6276" y="18518"/>
                      <a:pt x="6030" y="16060"/>
                    </a:cubicBezTo>
                    <a:cubicBezTo>
                      <a:pt x="5948" y="15076"/>
                      <a:pt x="5538" y="14830"/>
                      <a:pt x="4637" y="14912"/>
                    </a:cubicBezTo>
                    <a:cubicBezTo>
                      <a:pt x="3326" y="15076"/>
                      <a:pt x="1933" y="15076"/>
                      <a:pt x="622" y="14585"/>
                    </a:cubicBezTo>
                    <a:cubicBezTo>
                      <a:pt x="-115" y="14257"/>
                      <a:pt x="-197" y="14011"/>
                      <a:pt x="376" y="13438"/>
                    </a:cubicBezTo>
                    <a:cubicBezTo>
                      <a:pt x="1687" y="12209"/>
                      <a:pt x="2916" y="10979"/>
                      <a:pt x="4227" y="9832"/>
                    </a:cubicBezTo>
                    <a:cubicBezTo>
                      <a:pt x="4801" y="9341"/>
                      <a:pt x="4965" y="8767"/>
                      <a:pt x="4883" y="8030"/>
                    </a:cubicBezTo>
                    <a:cubicBezTo>
                      <a:pt x="4391" y="5490"/>
                      <a:pt x="4064" y="2950"/>
                      <a:pt x="3572" y="0"/>
                    </a:cubicBezTo>
                    <a:cubicBezTo>
                      <a:pt x="5210" y="1557"/>
                      <a:pt x="6358" y="3114"/>
                      <a:pt x="7423" y="4670"/>
                    </a:cubicBezTo>
                    <a:cubicBezTo>
                      <a:pt x="8242" y="5899"/>
                      <a:pt x="8734" y="5736"/>
                      <a:pt x="9635" y="4752"/>
                    </a:cubicBezTo>
                    <a:cubicBezTo>
                      <a:pt x="10782" y="3441"/>
                      <a:pt x="12093" y="2294"/>
                      <a:pt x="13732" y="819"/>
                    </a:cubicBezTo>
                    <a:cubicBezTo>
                      <a:pt x="12994" y="3523"/>
                      <a:pt x="12503" y="5818"/>
                      <a:pt x="11765" y="8030"/>
                    </a:cubicBezTo>
                    <a:cubicBezTo>
                      <a:pt x="11356" y="9341"/>
                      <a:pt x="11438" y="10242"/>
                      <a:pt x="12339" y="11307"/>
                    </a:cubicBezTo>
                    <a:cubicBezTo>
                      <a:pt x="13486" y="12782"/>
                      <a:pt x="14469" y="14421"/>
                      <a:pt x="15780" y="16305"/>
                    </a:cubicBezTo>
                    <a:cubicBezTo>
                      <a:pt x="13896" y="16060"/>
                      <a:pt x="12339" y="15896"/>
                      <a:pt x="10782" y="15568"/>
                    </a:cubicBezTo>
                    <a:cubicBezTo>
                      <a:pt x="10045" y="15404"/>
                      <a:pt x="9717" y="15568"/>
                      <a:pt x="9553" y="16387"/>
                    </a:cubicBezTo>
                    <a:cubicBezTo>
                      <a:pt x="8980" y="18681"/>
                      <a:pt x="8324" y="20975"/>
                      <a:pt x="7669" y="23188"/>
                    </a:cubicBezTo>
                    <a:cubicBezTo>
                      <a:pt x="7669" y="23515"/>
                      <a:pt x="7669" y="23843"/>
                      <a:pt x="7177" y="2359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>
                <a:off x="6145734" y="3013095"/>
                <a:ext cx="15895" cy="23597"/>
              </a:xfrm>
              <a:custGeom>
                <a:rect b="b" l="l" r="r" t="t"/>
                <a:pathLst>
                  <a:path extrusionOk="0" h="23597" w="15895">
                    <a:moveTo>
                      <a:pt x="15731" y="16141"/>
                    </a:moveTo>
                    <a:cubicBezTo>
                      <a:pt x="13929" y="15896"/>
                      <a:pt x="12372" y="15650"/>
                      <a:pt x="10897" y="15404"/>
                    </a:cubicBezTo>
                    <a:cubicBezTo>
                      <a:pt x="9996" y="15240"/>
                      <a:pt x="9668" y="15568"/>
                      <a:pt x="9423" y="16387"/>
                    </a:cubicBezTo>
                    <a:cubicBezTo>
                      <a:pt x="8849" y="18845"/>
                      <a:pt x="8112" y="21221"/>
                      <a:pt x="7210" y="23597"/>
                    </a:cubicBezTo>
                    <a:cubicBezTo>
                      <a:pt x="6883" y="21057"/>
                      <a:pt x="6473" y="18518"/>
                      <a:pt x="6227" y="15896"/>
                    </a:cubicBezTo>
                    <a:cubicBezTo>
                      <a:pt x="6145" y="14912"/>
                      <a:pt x="5735" y="14749"/>
                      <a:pt x="4834" y="14830"/>
                    </a:cubicBezTo>
                    <a:cubicBezTo>
                      <a:pt x="3195" y="14994"/>
                      <a:pt x="1557" y="15076"/>
                      <a:pt x="0" y="13929"/>
                    </a:cubicBezTo>
                    <a:cubicBezTo>
                      <a:pt x="1557" y="12454"/>
                      <a:pt x="3032" y="11061"/>
                      <a:pt x="4506" y="9587"/>
                    </a:cubicBezTo>
                    <a:cubicBezTo>
                      <a:pt x="4998" y="9095"/>
                      <a:pt x="5244" y="8603"/>
                      <a:pt x="5080" y="7866"/>
                    </a:cubicBezTo>
                    <a:cubicBezTo>
                      <a:pt x="4588" y="5326"/>
                      <a:pt x="4261" y="2786"/>
                      <a:pt x="3769" y="0"/>
                    </a:cubicBezTo>
                    <a:cubicBezTo>
                      <a:pt x="5080" y="819"/>
                      <a:pt x="5654" y="2048"/>
                      <a:pt x="6473" y="2950"/>
                    </a:cubicBezTo>
                    <a:cubicBezTo>
                      <a:pt x="7210" y="3769"/>
                      <a:pt x="7702" y="5326"/>
                      <a:pt x="8521" y="5326"/>
                    </a:cubicBezTo>
                    <a:cubicBezTo>
                      <a:pt x="9341" y="5326"/>
                      <a:pt x="10160" y="4015"/>
                      <a:pt x="10979" y="3278"/>
                    </a:cubicBezTo>
                    <a:cubicBezTo>
                      <a:pt x="11799" y="2458"/>
                      <a:pt x="12618" y="1721"/>
                      <a:pt x="13765" y="574"/>
                    </a:cubicBezTo>
                    <a:cubicBezTo>
                      <a:pt x="13028" y="3441"/>
                      <a:pt x="12372" y="5899"/>
                      <a:pt x="11717" y="8276"/>
                    </a:cubicBezTo>
                    <a:cubicBezTo>
                      <a:pt x="11471" y="9177"/>
                      <a:pt x="11471" y="9832"/>
                      <a:pt x="12126" y="10652"/>
                    </a:cubicBezTo>
                    <a:cubicBezTo>
                      <a:pt x="13356" y="12372"/>
                      <a:pt x="14502" y="14093"/>
                      <a:pt x="15896" y="160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>
                <a:off x="6183179" y="2944515"/>
                <a:ext cx="15813" cy="23597"/>
              </a:xfrm>
              <a:custGeom>
                <a:rect b="b" l="l" r="r" t="t"/>
                <a:pathLst>
                  <a:path extrusionOk="0" h="23597" w="15813">
                    <a:moveTo>
                      <a:pt x="7210" y="23434"/>
                    </a:moveTo>
                    <a:cubicBezTo>
                      <a:pt x="6883" y="20894"/>
                      <a:pt x="6473" y="18435"/>
                      <a:pt x="6227" y="15896"/>
                    </a:cubicBezTo>
                    <a:cubicBezTo>
                      <a:pt x="6145" y="14994"/>
                      <a:pt x="5817" y="14667"/>
                      <a:pt x="4834" y="14749"/>
                    </a:cubicBezTo>
                    <a:cubicBezTo>
                      <a:pt x="3195" y="14912"/>
                      <a:pt x="1475" y="15076"/>
                      <a:pt x="0" y="13847"/>
                    </a:cubicBezTo>
                    <a:cubicBezTo>
                      <a:pt x="1393" y="12454"/>
                      <a:pt x="2704" y="11061"/>
                      <a:pt x="4097" y="9832"/>
                    </a:cubicBezTo>
                    <a:cubicBezTo>
                      <a:pt x="4916" y="9095"/>
                      <a:pt x="5080" y="8439"/>
                      <a:pt x="4916" y="7374"/>
                    </a:cubicBezTo>
                    <a:cubicBezTo>
                      <a:pt x="4424" y="4998"/>
                      <a:pt x="4097" y="2622"/>
                      <a:pt x="3687" y="0"/>
                    </a:cubicBezTo>
                    <a:cubicBezTo>
                      <a:pt x="4834" y="737"/>
                      <a:pt x="5408" y="1721"/>
                      <a:pt x="6063" y="2622"/>
                    </a:cubicBezTo>
                    <a:cubicBezTo>
                      <a:pt x="6883" y="3605"/>
                      <a:pt x="7538" y="5244"/>
                      <a:pt x="8439" y="5408"/>
                    </a:cubicBezTo>
                    <a:cubicBezTo>
                      <a:pt x="9423" y="5572"/>
                      <a:pt x="10242" y="3933"/>
                      <a:pt x="11225" y="3032"/>
                    </a:cubicBezTo>
                    <a:cubicBezTo>
                      <a:pt x="11963" y="2376"/>
                      <a:pt x="12700" y="1639"/>
                      <a:pt x="13765" y="656"/>
                    </a:cubicBezTo>
                    <a:cubicBezTo>
                      <a:pt x="13028" y="3523"/>
                      <a:pt x="12372" y="5981"/>
                      <a:pt x="11635" y="8439"/>
                    </a:cubicBezTo>
                    <a:cubicBezTo>
                      <a:pt x="11389" y="9259"/>
                      <a:pt x="11471" y="9914"/>
                      <a:pt x="12044" y="10652"/>
                    </a:cubicBezTo>
                    <a:cubicBezTo>
                      <a:pt x="13274" y="12372"/>
                      <a:pt x="14420" y="14093"/>
                      <a:pt x="15813" y="16141"/>
                    </a:cubicBezTo>
                    <a:cubicBezTo>
                      <a:pt x="14093" y="15896"/>
                      <a:pt x="12700" y="15732"/>
                      <a:pt x="11389" y="15486"/>
                    </a:cubicBezTo>
                    <a:cubicBezTo>
                      <a:pt x="10242" y="15240"/>
                      <a:pt x="9750" y="15404"/>
                      <a:pt x="9423" y="16715"/>
                    </a:cubicBezTo>
                    <a:cubicBezTo>
                      <a:pt x="8931" y="19009"/>
                      <a:pt x="8194" y="21303"/>
                      <a:pt x="7538" y="23597"/>
                    </a:cubicBezTo>
                    <a:lnTo>
                      <a:pt x="7210" y="2359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6201778" y="2909938"/>
                <a:ext cx="15813" cy="23925"/>
              </a:xfrm>
              <a:custGeom>
                <a:rect b="b" l="l" r="r" t="t"/>
                <a:pathLst>
                  <a:path extrusionOk="0" h="23925" w="15813">
                    <a:moveTo>
                      <a:pt x="13601" y="1639"/>
                    </a:moveTo>
                    <a:cubicBezTo>
                      <a:pt x="12946" y="4097"/>
                      <a:pt x="12290" y="6473"/>
                      <a:pt x="11635" y="8931"/>
                    </a:cubicBezTo>
                    <a:cubicBezTo>
                      <a:pt x="11471" y="9587"/>
                      <a:pt x="11635" y="10078"/>
                      <a:pt x="11963" y="10570"/>
                    </a:cubicBezTo>
                    <a:cubicBezTo>
                      <a:pt x="13191" y="12372"/>
                      <a:pt x="14421" y="14175"/>
                      <a:pt x="15813" y="16305"/>
                    </a:cubicBezTo>
                    <a:cubicBezTo>
                      <a:pt x="14093" y="16059"/>
                      <a:pt x="12700" y="15896"/>
                      <a:pt x="11389" y="15650"/>
                    </a:cubicBezTo>
                    <a:cubicBezTo>
                      <a:pt x="10160" y="15404"/>
                      <a:pt x="9750" y="15813"/>
                      <a:pt x="9423" y="16961"/>
                    </a:cubicBezTo>
                    <a:cubicBezTo>
                      <a:pt x="8849" y="19337"/>
                      <a:pt x="8194" y="21631"/>
                      <a:pt x="7292" y="23925"/>
                    </a:cubicBezTo>
                    <a:cubicBezTo>
                      <a:pt x="6965" y="21631"/>
                      <a:pt x="6637" y="19337"/>
                      <a:pt x="6309" y="17043"/>
                    </a:cubicBezTo>
                    <a:cubicBezTo>
                      <a:pt x="6063" y="14994"/>
                      <a:pt x="6063" y="14912"/>
                      <a:pt x="3933" y="15076"/>
                    </a:cubicBezTo>
                    <a:cubicBezTo>
                      <a:pt x="2622" y="15076"/>
                      <a:pt x="1311" y="15076"/>
                      <a:pt x="0" y="14093"/>
                    </a:cubicBezTo>
                    <a:cubicBezTo>
                      <a:pt x="1475" y="12618"/>
                      <a:pt x="2868" y="11225"/>
                      <a:pt x="4343" y="9832"/>
                    </a:cubicBezTo>
                    <a:cubicBezTo>
                      <a:pt x="4916" y="9259"/>
                      <a:pt x="5080" y="8767"/>
                      <a:pt x="4998" y="8030"/>
                    </a:cubicBezTo>
                    <a:cubicBezTo>
                      <a:pt x="4506" y="5408"/>
                      <a:pt x="4097" y="2786"/>
                      <a:pt x="3851" y="0"/>
                    </a:cubicBezTo>
                    <a:cubicBezTo>
                      <a:pt x="5162" y="1639"/>
                      <a:pt x="6473" y="3277"/>
                      <a:pt x="7784" y="4998"/>
                    </a:cubicBezTo>
                    <a:cubicBezTo>
                      <a:pt x="8276" y="5736"/>
                      <a:pt x="8685" y="5736"/>
                      <a:pt x="9259" y="5162"/>
                    </a:cubicBezTo>
                    <a:cubicBezTo>
                      <a:pt x="10488" y="3933"/>
                      <a:pt x="11799" y="2704"/>
                      <a:pt x="13028" y="1475"/>
                    </a:cubicBezTo>
                    <a:cubicBezTo>
                      <a:pt x="13274" y="1393"/>
                      <a:pt x="13437" y="1475"/>
                      <a:pt x="13519" y="1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>
                <a:off x="6050525" y="2835377"/>
                <a:ext cx="21876" cy="18681"/>
              </a:xfrm>
              <a:custGeom>
                <a:rect b="b" l="l" r="r" t="t"/>
                <a:pathLst>
                  <a:path extrusionOk="0" h="18681" w="21876">
                    <a:moveTo>
                      <a:pt x="1803" y="7456"/>
                    </a:moveTo>
                    <a:cubicBezTo>
                      <a:pt x="4179" y="7374"/>
                      <a:pt x="6227" y="7210"/>
                      <a:pt x="8276" y="7210"/>
                    </a:cubicBezTo>
                    <a:cubicBezTo>
                      <a:pt x="9259" y="7210"/>
                      <a:pt x="9832" y="6883"/>
                      <a:pt x="10488" y="6145"/>
                    </a:cubicBezTo>
                    <a:cubicBezTo>
                      <a:pt x="12126" y="4179"/>
                      <a:pt x="13847" y="2294"/>
                      <a:pt x="15896" y="0"/>
                    </a:cubicBezTo>
                    <a:cubicBezTo>
                      <a:pt x="15404" y="2294"/>
                      <a:pt x="15076" y="4179"/>
                      <a:pt x="14667" y="6063"/>
                    </a:cubicBezTo>
                    <a:cubicBezTo>
                      <a:pt x="14503" y="6883"/>
                      <a:pt x="14667" y="7210"/>
                      <a:pt x="15568" y="7210"/>
                    </a:cubicBezTo>
                    <a:cubicBezTo>
                      <a:pt x="17698" y="7210"/>
                      <a:pt x="19746" y="7292"/>
                      <a:pt x="21877" y="7620"/>
                    </a:cubicBezTo>
                    <a:cubicBezTo>
                      <a:pt x="19583" y="8685"/>
                      <a:pt x="17288" y="9832"/>
                      <a:pt x="14994" y="10816"/>
                    </a:cubicBezTo>
                    <a:cubicBezTo>
                      <a:pt x="14011" y="11225"/>
                      <a:pt x="13437" y="11881"/>
                      <a:pt x="13274" y="13028"/>
                    </a:cubicBezTo>
                    <a:cubicBezTo>
                      <a:pt x="13028" y="14830"/>
                      <a:pt x="12618" y="16551"/>
                      <a:pt x="12126" y="18681"/>
                    </a:cubicBezTo>
                    <a:cubicBezTo>
                      <a:pt x="11061" y="17452"/>
                      <a:pt x="10078" y="16387"/>
                      <a:pt x="9177" y="15322"/>
                    </a:cubicBezTo>
                    <a:cubicBezTo>
                      <a:pt x="8521" y="14421"/>
                      <a:pt x="7866" y="14339"/>
                      <a:pt x="6883" y="14912"/>
                    </a:cubicBezTo>
                    <a:cubicBezTo>
                      <a:pt x="5080" y="15978"/>
                      <a:pt x="3195" y="16879"/>
                      <a:pt x="1393" y="17780"/>
                    </a:cubicBezTo>
                    <a:cubicBezTo>
                      <a:pt x="983" y="18026"/>
                      <a:pt x="574" y="18435"/>
                      <a:pt x="0" y="18108"/>
                    </a:cubicBezTo>
                    <a:cubicBezTo>
                      <a:pt x="1639" y="16223"/>
                      <a:pt x="3277" y="14339"/>
                      <a:pt x="4916" y="12536"/>
                    </a:cubicBezTo>
                    <a:cubicBezTo>
                      <a:pt x="5490" y="11881"/>
                      <a:pt x="5654" y="11389"/>
                      <a:pt x="4916" y="10734"/>
                    </a:cubicBezTo>
                    <a:cubicBezTo>
                      <a:pt x="3851" y="9832"/>
                      <a:pt x="2950" y="8685"/>
                      <a:pt x="1803" y="74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>
                <a:off x="6031680" y="2870363"/>
                <a:ext cx="21549" cy="18189"/>
              </a:xfrm>
              <a:custGeom>
                <a:rect b="b" l="l" r="r" t="t"/>
                <a:pathLst>
                  <a:path extrusionOk="0" h="18189" w="21549">
                    <a:moveTo>
                      <a:pt x="0" y="17616"/>
                    </a:moveTo>
                    <a:cubicBezTo>
                      <a:pt x="1721" y="15650"/>
                      <a:pt x="3359" y="13683"/>
                      <a:pt x="5162" y="11717"/>
                    </a:cubicBezTo>
                    <a:cubicBezTo>
                      <a:pt x="5736" y="11061"/>
                      <a:pt x="5736" y="10734"/>
                      <a:pt x="5162" y="10160"/>
                    </a:cubicBezTo>
                    <a:cubicBezTo>
                      <a:pt x="4097" y="9177"/>
                      <a:pt x="3195" y="8112"/>
                      <a:pt x="1966" y="6801"/>
                    </a:cubicBezTo>
                    <a:cubicBezTo>
                      <a:pt x="4343" y="6719"/>
                      <a:pt x="6391" y="6555"/>
                      <a:pt x="8439" y="6555"/>
                    </a:cubicBezTo>
                    <a:cubicBezTo>
                      <a:pt x="9341" y="6555"/>
                      <a:pt x="9996" y="6309"/>
                      <a:pt x="10652" y="5572"/>
                    </a:cubicBezTo>
                    <a:cubicBezTo>
                      <a:pt x="12290" y="3605"/>
                      <a:pt x="14011" y="1721"/>
                      <a:pt x="15978" y="0"/>
                    </a:cubicBezTo>
                    <a:cubicBezTo>
                      <a:pt x="15650" y="1639"/>
                      <a:pt x="15404" y="3277"/>
                      <a:pt x="14912" y="4916"/>
                    </a:cubicBezTo>
                    <a:cubicBezTo>
                      <a:pt x="14585" y="6145"/>
                      <a:pt x="14667" y="6719"/>
                      <a:pt x="16223" y="6637"/>
                    </a:cubicBezTo>
                    <a:cubicBezTo>
                      <a:pt x="17698" y="6555"/>
                      <a:pt x="19173" y="6637"/>
                      <a:pt x="20566" y="6801"/>
                    </a:cubicBezTo>
                    <a:cubicBezTo>
                      <a:pt x="20894" y="6801"/>
                      <a:pt x="21303" y="6801"/>
                      <a:pt x="21549" y="7292"/>
                    </a:cubicBezTo>
                    <a:cubicBezTo>
                      <a:pt x="19501" y="8275"/>
                      <a:pt x="17534" y="9341"/>
                      <a:pt x="15486" y="10160"/>
                    </a:cubicBezTo>
                    <a:cubicBezTo>
                      <a:pt x="14093" y="10734"/>
                      <a:pt x="13437" y="11553"/>
                      <a:pt x="13274" y="13028"/>
                    </a:cubicBezTo>
                    <a:cubicBezTo>
                      <a:pt x="13110" y="14666"/>
                      <a:pt x="12700" y="16305"/>
                      <a:pt x="12290" y="18190"/>
                    </a:cubicBezTo>
                    <a:cubicBezTo>
                      <a:pt x="11143" y="16879"/>
                      <a:pt x="10078" y="15731"/>
                      <a:pt x="9095" y="14502"/>
                    </a:cubicBezTo>
                    <a:cubicBezTo>
                      <a:pt x="8603" y="13847"/>
                      <a:pt x="8194" y="13765"/>
                      <a:pt x="7456" y="14175"/>
                    </a:cubicBezTo>
                    <a:cubicBezTo>
                      <a:pt x="5080" y="15486"/>
                      <a:pt x="2622" y="16715"/>
                      <a:pt x="246" y="17944"/>
                    </a:cubicBezTo>
                    <a:cubicBezTo>
                      <a:pt x="246" y="17944"/>
                      <a:pt x="164" y="17862"/>
                      <a:pt x="82" y="177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5994236" y="2939025"/>
                <a:ext cx="21876" cy="18107"/>
              </a:xfrm>
              <a:custGeom>
                <a:rect b="b" l="l" r="r" t="t"/>
                <a:pathLst>
                  <a:path extrusionOk="0" h="18107" w="21876">
                    <a:moveTo>
                      <a:pt x="15896" y="82"/>
                    </a:moveTo>
                    <a:cubicBezTo>
                      <a:pt x="15568" y="1803"/>
                      <a:pt x="15240" y="3523"/>
                      <a:pt x="14830" y="5162"/>
                    </a:cubicBezTo>
                    <a:cubicBezTo>
                      <a:pt x="14585" y="6145"/>
                      <a:pt x="14585" y="6637"/>
                      <a:pt x="15896" y="6637"/>
                    </a:cubicBezTo>
                    <a:cubicBezTo>
                      <a:pt x="17862" y="6637"/>
                      <a:pt x="19910" y="6801"/>
                      <a:pt x="21877" y="7128"/>
                    </a:cubicBezTo>
                    <a:cubicBezTo>
                      <a:pt x="19501" y="8275"/>
                      <a:pt x="17124" y="9423"/>
                      <a:pt x="14666" y="10488"/>
                    </a:cubicBezTo>
                    <a:cubicBezTo>
                      <a:pt x="13929" y="10815"/>
                      <a:pt x="13519" y="11307"/>
                      <a:pt x="13356" y="12126"/>
                    </a:cubicBezTo>
                    <a:cubicBezTo>
                      <a:pt x="13028" y="14093"/>
                      <a:pt x="12618" y="15977"/>
                      <a:pt x="12126" y="18108"/>
                    </a:cubicBezTo>
                    <a:cubicBezTo>
                      <a:pt x="10979" y="16797"/>
                      <a:pt x="9914" y="15649"/>
                      <a:pt x="8931" y="14420"/>
                    </a:cubicBezTo>
                    <a:cubicBezTo>
                      <a:pt x="8439" y="13847"/>
                      <a:pt x="8030" y="13683"/>
                      <a:pt x="7292" y="14093"/>
                    </a:cubicBezTo>
                    <a:cubicBezTo>
                      <a:pt x="5408" y="15158"/>
                      <a:pt x="3441" y="16141"/>
                      <a:pt x="1557" y="17124"/>
                    </a:cubicBezTo>
                    <a:cubicBezTo>
                      <a:pt x="1147" y="17370"/>
                      <a:pt x="737" y="17780"/>
                      <a:pt x="0" y="17616"/>
                    </a:cubicBezTo>
                    <a:cubicBezTo>
                      <a:pt x="1639" y="15813"/>
                      <a:pt x="3114" y="14011"/>
                      <a:pt x="4752" y="12290"/>
                    </a:cubicBezTo>
                    <a:cubicBezTo>
                      <a:pt x="5572" y="11389"/>
                      <a:pt x="5735" y="10734"/>
                      <a:pt x="4752" y="9914"/>
                    </a:cubicBezTo>
                    <a:cubicBezTo>
                      <a:pt x="3769" y="9095"/>
                      <a:pt x="3032" y="8112"/>
                      <a:pt x="1966" y="7046"/>
                    </a:cubicBezTo>
                    <a:cubicBezTo>
                      <a:pt x="4097" y="6719"/>
                      <a:pt x="6063" y="6719"/>
                      <a:pt x="8112" y="6719"/>
                    </a:cubicBezTo>
                    <a:cubicBezTo>
                      <a:pt x="9177" y="6719"/>
                      <a:pt x="9996" y="6391"/>
                      <a:pt x="10652" y="5572"/>
                    </a:cubicBezTo>
                    <a:cubicBezTo>
                      <a:pt x="12208" y="3687"/>
                      <a:pt x="13929" y="1884"/>
                      <a:pt x="15568" y="0"/>
                    </a:cubicBezTo>
                    <a:cubicBezTo>
                      <a:pt x="15650" y="0"/>
                      <a:pt x="15732" y="82"/>
                      <a:pt x="15813" y="1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6013163" y="2904203"/>
                <a:ext cx="21385" cy="18599"/>
              </a:xfrm>
              <a:custGeom>
                <a:rect b="b" l="l" r="r" t="t"/>
                <a:pathLst>
                  <a:path extrusionOk="0" h="18599" w="21385">
                    <a:moveTo>
                      <a:pt x="164" y="17780"/>
                    </a:moveTo>
                    <a:cubicBezTo>
                      <a:pt x="1803" y="15896"/>
                      <a:pt x="3277" y="14093"/>
                      <a:pt x="4834" y="12372"/>
                    </a:cubicBezTo>
                    <a:cubicBezTo>
                      <a:pt x="5490" y="11717"/>
                      <a:pt x="5572" y="11225"/>
                      <a:pt x="4834" y="10569"/>
                    </a:cubicBezTo>
                    <a:cubicBezTo>
                      <a:pt x="3851" y="9668"/>
                      <a:pt x="2950" y="8603"/>
                      <a:pt x="1803" y="7374"/>
                    </a:cubicBezTo>
                    <a:cubicBezTo>
                      <a:pt x="3933" y="7292"/>
                      <a:pt x="5817" y="7046"/>
                      <a:pt x="7702" y="7128"/>
                    </a:cubicBezTo>
                    <a:cubicBezTo>
                      <a:pt x="9095" y="7128"/>
                      <a:pt x="9914" y="6719"/>
                      <a:pt x="10734" y="5654"/>
                    </a:cubicBezTo>
                    <a:cubicBezTo>
                      <a:pt x="12290" y="3769"/>
                      <a:pt x="13929" y="2048"/>
                      <a:pt x="15732" y="0"/>
                    </a:cubicBezTo>
                    <a:cubicBezTo>
                      <a:pt x="15240" y="2294"/>
                      <a:pt x="14912" y="4097"/>
                      <a:pt x="14503" y="5981"/>
                    </a:cubicBezTo>
                    <a:cubicBezTo>
                      <a:pt x="14257" y="6883"/>
                      <a:pt x="14503" y="7128"/>
                      <a:pt x="15404" y="7128"/>
                    </a:cubicBezTo>
                    <a:cubicBezTo>
                      <a:pt x="17043" y="7128"/>
                      <a:pt x="18599" y="7210"/>
                      <a:pt x="20238" y="7292"/>
                    </a:cubicBezTo>
                    <a:cubicBezTo>
                      <a:pt x="20648" y="7292"/>
                      <a:pt x="21057" y="7292"/>
                      <a:pt x="21385" y="7784"/>
                    </a:cubicBezTo>
                    <a:cubicBezTo>
                      <a:pt x="19173" y="8849"/>
                      <a:pt x="16961" y="9914"/>
                      <a:pt x="14748" y="10897"/>
                    </a:cubicBezTo>
                    <a:cubicBezTo>
                      <a:pt x="13765" y="11307"/>
                      <a:pt x="13274" y="11963"/>
                      <a:pt x="13110" y="12946"/>
                    </a:cubicBezTo>
                    <a:cubicBezTo>
                      <a:pt x="12782" y="14748"/>
                      <a:pt x="12372" y="16551"/>
                      <a:pt x="11963" y="18599"/>
                    </a:cubicBezTo>
                    <a:cubicBezTo>
                      <a:pt x="10816" y="17288"/>
                      <a:pt x="9750" y="16223"/>
                      <a:pt x="8849" y="15076"/>
                    </a:cubicBezTo>
                    <a:cubicBezTo>
                      <a:pt x="8194" y="14257"/>
                      <a:pt x="7702" y="14257"/>
                      <a:pt x="6883" y="14748"/>
                    </a:cubicBezTo>
                    <a:cubicBezTo>
                      <a:pt x="4998" y="15813"/>
                      <a:pt x="3114" y="16715"/>
                      <a:pt x="1229" y="17698"/>
                    </a:cubicBezTo>
                    <a:cubicBezTo>
                      <a:pt x="901" y="17862"/>
                      <a:pt x="655" y="18190"/>
                      <a:pt x="0" y="178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22"/>
              <p:cNvSpPr/>
              <p:nvPr/>
            </p:nvSpPr>
            <p:spPr>
              <a:xfrm>
                <a:off x="6069125" y="2801538"/>
                <a:ext cx="21630" cy="18189"/>
              </a:xfrm>
              <a:custGeom>
                <a:rect b="b" l="l" r="r" t="t"/>
                <a:pathLst>
                  <a:path extrusionOk="0" h="18189" w="21630">
                    <a:moveTo>
                      <a:pt x="12208" y="18190"/>
                    </a:moveTo>
                    <a:cubicBezTo>
                      <a:pt x="11143" y="16960"/>
                      <a:pt x="10160" y="15895"/>
                      <a:pt x="9259" y="14830"/>
                    </a:cubicBezTo>
                    <a:cubicBezTo>
                      <a:pt x="8603" y="14011"/>
                      <a:pt x="8030" y="13765"/>
                      <a:pt x="7046" y="14339"/>
                    </a:cubicBezTo>
                    <a:cubicBezTo>
                      <a:pt x="4834" y="15649"/>
                      <a:pt x="2458" y="16715"/>
                      <a:pt x="0" y="17698"/>
                    </a:cubicBezTo>
                    <a:cubicBezTo>
                      <a:pt x="1721" y="15731"/>
                      <a:pt x="3359" y="13765"/>
                      <a:pt x="5162" y="11798"/>
                    </a:cubicBezTo>
                    <a:cubicBezTo>
                      <a:pt x="5736" y="11143"/>
                      <a:pt x="5736" y="10815"/>
                      <a:pt x="5162" y="10242"/>
                    </a:cubicBezTo>
                    <a:cubicBezTo>
                      <a:pt x="4097" y="9259"/>
                      <a:pt x="3195" y="8112"/>
                      <a:pt x="1966" y="6883"/>
                    </a:cubicBezTo>
                    <a:cubicBezTo>
                      <a:pt x="4261" y="6801"/>
                      <a:pt x="6309" y="6637"/>
                      <a:pt x="8357" y="6637"/>
                    </a:cubicBezTo>
                    <a:cubicBezTo>
                      <a:pt x="9341" y="6637"/>
                      <a:pt x="9996" y="6309"/>
                      <a:pt x="10652" y="5572"/>
                    </a:cubicBezTo>
                    <a:cubicBezTo>
                      <a:pt x="12290" y="3687"/>
                      <a:pt x="13929" y="1803"/>
                      <a:pt x="15896" y="0"/>
                    </a:cubicBezTo>
                    <a:cubicBezTo>
                      <a:pt x="15568" y="1884"/>
                      <a:pt x="15240" y="3769"/>
                      <a:pt x="14748" y="5572"/>
                    </a:cubicBezTo>
                    <a:cubicBezTo>
                      <a:pt x="14585" y="6391"/>
                      <a:pt x="14748" y="6637"/>
                      <a:pt x="15568" y="6637"/>
                    </a:cubicBezTo>
                    <a:cubicBezTo>
                      <a:pt x="17288" y="6637"/>
                      <a:pt x="19009" y="6801"/>
                      <a:pt x="20648" y="6801"/>
                    </a:cubicBezTo>
                    <a:cubicBezTo>
                      <a:pt x="20975" y="6801"/>
                      <a:pt x="21385" y="6801"/>
                      <a:pt x="21631" y="7210"/>
                    </a:cubicBezTo>
                    <a:cubicBezTo>
                      <a:pt x="19255" y="8357"/>
                      <a:pt x="16879" y="9504"/>
                      <a:pt x="14502" y="10569"/>
                    </a:cubicBezTo>
                    <a:cubicBezTo>
                      <a:pt x="13765" y="10897"/>
                      <a:pt x="13437" y="11307"/>
                      <a:pt x="13356" y="12126"/>
                    </a:cubicBezTo>
                    <a:cubicBezTo>
                      <a:pt x="13028" y="14011"/>
                      <a:pt x="12618" y="15977"/>
                      <a:pt x="12127" y="1819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22"/>
              <p:cNvSpPr/>
              <p:nvPr/>
            </p:nvSpPr>
            <p:spPr>
              <a:xfrm>
                <a:off x="6223327" y="2910758"/>
                <a:ext cx="14830" cy="24416"/>
              </a:xfrm>
              <a:custGeom>
                <a:rect b="b" l="l" r="r" t="t"/>
                <a:pathLst>
                  <a:path extrusionOk="0" h="24416" w="14830">
                    <a:moveTo>
                      <a:pt x="13437" y="1229"/>
                    </a:moveTo>
                    <a:cubicBezTo>
                      <a:pt x="12618" y="4261"/>
                      <a:pt x="11880" y="6801"/>
                      <a:pt x="11143" y="9341"/>
                    </a:cubicBezTo>
                    <a:cubicBezTo>
                      <a:pt x="10897" y="9996"/>
                      <a:pt x="10979" y="10570"/>
                      <a:pt x="11389" y="11143"/>
                    </a:cubicBezTo>
                    <a:cubicBezTo>
                      <a:pt x="12536" y="12946"/>
                      <a:pt x="13601" y="14830"/>
                      <a:pt x="14830" y="16797"/>
                    </a:cubicBezTo>
                    <a:cubicBezTo>
                      <a:pt x="13191" y="16797"/>
                      <a:pt x="11799" y="16387"/>
                      <a:pt x="10324" y="16141"/>
                    </a:cubicBezTo>
                    <a:cubicBezTo>
                      <a:pt x="9586" y="15978"/>
                      <a:pt x="9259" y="16141"/>
                      <a:pt x="9013" y="16879"/>
                    </a:cubicBezTo>
                    <a:cubicBezTo>
                      <a:pt x="8521" y="18845"/>
                      <a:pt x="7948" y="20812"/>
                      <a:pt x="7292" y="22860"/>
                    </a:cubicBezTo>
                    <a:cubicBezTo>
                      <a:pt x="7128" y="23352"/>
                      <a:pt x="7046" y="23925"/>
                      <a:pt x="6555" y="24417"/>
                    </a:cubicBezTo>
                    <a:cubicBezTo>
                      <a:pt x="6309" y="21795"/>
                      <a:pt x="5981" y="19337"/>
                      <a:pt x="5899" y="16797"/>
                    </a:cubicBezTo>
                    <a:cubicBezTo>
                      <a:pt x="5899" y="15732"/>
                      <a:pt x="5572" y="15158"/>
                      <a:pt x="4343" y="15076"/>
                    </a:cubicBezTo>
                    <a:cubicBezTo>
                      <a:pt x="2950" y="14994"/>
                      <a:pt x="1639" y="14585"/>
                      <a:pt x="0" y="14339"/>
                    </a:cubicBezTo>
                    <a:cubicBezTo>
                      <a:pt x="1393" y="12946"/>
                      <a:pt x="2540" y="11717"/>
                      <a:pt x="3851" y="10570"/>
                    </a:cubicBezTo>
                    <a:cubicBezTo>
                      <a:pt x="4834" y="9750"/>
                      <a:pt x="5080" y="8849"/>
                      <a:pt x="4916" y="7538"/>
                    </a:cubicBezTo>
                    <a:cubicBezTo>
                      <a:pt x="4588" y="5080"/>
                      <a:pt x="4343" y="2540"/>
                      <a:pt x="4343" y="0"/>
                    </a:cubicBezTo>
                    <a:cubicBezTo>
                      <a:pt x="5490" y="1721"/>
                      <a:pt x="6637" y="3441"/>
                      <a:pt x="7702" y="5244"/>
                    </a:cubicBezTo>
                    <a:cubicBezTo>
                      <a:pt x="8194" y="6145"/>
                      <a:pt x="8521" y="6145"/>
                      <a:pt x="9177" y="5408"/>
                    </a:cubicBezTo>
                    <a:cubicBezTo>
                      <a:pt x="10488" y="4097"/>
                      <a:pt x="11799" y="2786"/>
                      <a:pt x="13437" y="122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6204564" y="2945171"/>
                <a:ext cx="14830" cy="24498"/>
              </a:xfrm>
              <a:custGeom>
                <a:rect b="b" l="l" r="r" t="t"/>
                <a:pathLst>
                  <a:path extrusionOk="0" h="24498" w="14830">
                    <a:moveTo>
                      <a:pt x="4425" y="82"/>
                    </a:moveTo>
                    <a:cubicBezTo>
                      <a:pt x="5736" y="2048"/>
                      <a:pt x="6965" y="4097"/>
                      <a:pt x="8357" y="6145"/>
                    </a:cubicBezTo>
                    <a:cubicBezTo>
                      <a:pt x="9996" y="4588"/>
                      <a:pt x="11553" y="3032"/>
                      <a:pt x="13110" y="1557"/>
                    </a:cubicBezTo>
                    <a:cubicBezTo>
                      <a:pt x="13110" y="1557"/>
                      <a:pt x="13274" y="1639"/>
                      <a:pt x="13356" y="1721"/>
                    </a:cubicBezTo>
                    <a:cubicBezTo>
                      <a:pt x="12700" y="4097"/>
                      <a:pt x="12045" y="6473"/>
                      <a:pt x="11307" y="8849"/>
                    </a:cubicBezTo>
                    <a:cubicBezTo>
                      <a:pt x="10979" y="9832"/>
                      <a:pt x="11061" y="10652"/>
                      <a:pt x="11635" y="11553"/>
                    </a:cubicBezTo>
                    <a:cubicBezTo>
                      <a:pt x="12782" y="13191"/>
                      <a:pt x="13765" y="14994"/>
                      <a:pt x="14830" y="16879"/>
                    </a:cubicBezTo>
                    <a:cubicBezTo>
                      <a:pt x="13274" y="16879"/>
                      <a:pt x="11963" y="16551"/>
                      <a:pt x="10734" y="16223"/>
                    </a:cubicBezTo>
                    <a:cubicBezTo>
                      <a:pt x="9587" y="15977"/>
                      <a:pt x="9177" y="16223"/>
                      <a:pt x="8849" y="17370"/>
                    </a:cubicBezTo>
                    <a:cubicBezTo>
                      <a:pt x="8276" y="19746"/>
                      <a:pt x="7538" y="22122"/>
                      <a:pt x="6555" y="24499"/>
                    </a:cubicBezTo>
                    <a:cubicBezTo>
                      <a:pt x="6309" y="22122"/>
                      <a:pt x="5981" y="19828"/>
                      <a:pt x="5899" y="17452"/>
                    </a:cubicBezTo>
                    <a:cubicBezTo>
                      <a:pt x="5899" y="15813"/>
                      <a:pt x="5326" y="14994"/>
                      <a:pt x="3605" y="14912"/>
                    </a:cubicBezTo>
                    <a:cubicBezTo>
                      <a:pt x="2458" y="14912"/>
                      <a:pt x="1393" y="14502"/>
                      <a:pt x="0" y="14257"/>
                    </a:cubicBezTo>
                    <a:cubicBezTo>
                      <a:pt x="1557" y="12700"/>
                      <a:pt x="2950" y="11307"/>
                      <a:pt x="4425" y="9996"/>
                    </a:cubicBezTo>
                    <a:cubicBezTo>
                      <a:pt x="4998" y="9504"/>
                      <a:pt x="5162" y="9013"/>
                      <a:pt x="5080" y="8275"/>
                    </a:cubicBezTo>
                    <a:cubicBezTo>
                      <a:pt x="4752" y="5572"/>
                      <a:pt x="4506" y="2786"/>
                      <a:pt x="4179" y="82"/>
                    </a:cubicBezTo>
                    <a:cubicBezTo>
                      <a:pt x="4261" y="82"/>
                      <a:pt x="4343" y="82"/>
                      <a:pt x="4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6185719" y="2979502"/>
                <a:ext cx="14912" cy="24498"/>
              </a:xfrm>
              <a:custGeom>
                <a:rect b="b" l="l" r="r" t="t"/>
                <a:pathLst>
                  <a:path extrusionOk="0" h="24498" w="14912">
                    <a:moveTo>
                      <a:pt x="4506" y="0"/>
                    </a:moveTo>
                    <a:cubicBezTo>
                      <a:pt x="5654" y="1802"/>
                      <a:pt x="6801" y="3523"/>
                      <a:pt x="7866" y="5326"/>
                    </a:cubicBezTo>
                    <a:cubicBezTo>
                      <a:pt x="8275" y="6063"/>
                      <a:pt x="8521" y="6145"/>
                      <a:pt x="9177" y="5490"/>
                    </a:cubicBezTo>
                    <a:cubicBezTo>
                      <a:pt x="10488" y="4097"/>
                      <a:pt x="11880" y="2868"/>
                      <a:pt x="13519" y="1229"/>
                    </a:cubicBezTo>
                    <a:cubicBezTo>
                      <a:pt x="12700" y="4179"/>
                      <a:pt x="12045" y="6719"/>
                      <a:pt x="11225" y="9259"/>
                    </a:cubicBezTo>
                    <a:cubicBezTo>
                      <a:pt x="10979" y="10078"/>
                      <a:pt x="11061" y="10652"/>
                      <a:pt x="11553" y="11389"/>
                    </a:cubicBezTo>
                    <a:cubicBezTo>
                      <a:pt x="12700" y="13191"/>
                      <a:pt x="13765" y="14994"/>
                      <a:pt x="14912" y="17042"/>
                    </a:cubicBezTo>
                    <a:cubicBezTo>
                      <a:pt x="13355" y="16715"/>
                      <a:pt x="11963" y="16551"/>
                      <a:pt x="10569" y="16223"/>
                    </a:cubicBezTo>
                    <a:cubicBezTo>
                      <a:pt x="9668" y="16059"/>
                      <a:pt x="9177" y="16141"/>
                      <a:pt x="8931" y="17206"/>
                    </a:cubicBezTo>
                    <a:cubicBezTo>
                      <a:pt x="8357" y="19664"/>
                      <a:pt x="7538" y="22122"/>
                      <a:pt x="6555" y="24499"/>
                    </a:cubicBezTo>
                    <a:cubicBezTo>
                      <a:pt x="6309" y="21959"/>
                      <a:pt x="6063" y="19337"/>
                      <a:pt x="5899" y="16797"/>
                    </a:cubicBezTo>
                    <a:cubicBezTo>
                      <a:pt x="5899" y="15731"/>
                      <a:pt x="5490" y="15240"/>
                      <a:pt x="4424" y="15158"/>
                    </a:cubicBezTo>
                    <a:cubicBezTo>
                      <a:pt x="3032" y="14994"/>
                      <a:pt x="1639" y="14666"/>
                      <a:pt x="0" y="14420"/>
                    </a:cubicBezTo>
                    <a:cubicBezTo>
                      <a:pt x="1475" y="12946"/>
                      <a:pt x="2786" y="11635"/>
                      <a:pt x="4179" y="10406"/>
                    </a:cubicBezTo>
                    <a:cubicBezTo>
                      <a:pt x="4916" y="9750"/>
                      <a:pt x="5162" y="9095"/>
                      <a:pt x="4998" y="8194"/>
                    </a:cubicBezTo>
                    <a:cubicBezTo>
                      <a:pt x="4670" y="5572"/>
                      <a:pt x="4424" y="2868"/>
                      <a:pt x="4179" y="246"/>
                    </a:cubicBezTo>
                    <a:cubicBezTo>
                      <a:pt x="4179" y="246"/>
                      <a:pt x="4343" y="246"/>
                      <a:pt x="4424" y="1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22"/>
              <p:cNvSpPr/>
              <p:nvPr/>
            </p:nvSpPr>
            <p:spPr>
              <a:xfrm>
                <a:off x="6187931" y="3014570"/>
                <a:ext cx="14830" cy="24580"/>
              </a:xfrm>
              <a:custGeom>
                <a:rect b="b" l="l" r="r" t="t"/>
                <a:pathLst>
                  <a:path extrusionOk="0" h="24580" w="14830">
                    <a:moveTo>
                      <a:pt x="4425" y="0"/>
                    </a:moveTo>
                    <a:cubicBezTo>
                      <a:pt x="5654" y="2048"/>
                      <a:pt x="6883" y="4097"/>
                      <a:pt x="8194" y="6227"/>
                    </a:cubicBezTo>
                    <a:cubicBezTo>
                      <a:pt x="9832" y="4670"/>
                      <a:pt x="11389" y="3113"/>
                      <a:pt x="12946" y="1639"/>
                    </a:cubicBezTo>
                    <a:cubicBezTo>
                      <a:pt x="12946" y="1639"/>
                      <a:pt x="13110" y="1721"/>
                      <a:pt x="13191" y="1803"/>
                    </a:cubicBezTo>
                    <a:cubicBezTo>
                      <a:pt x="12536" y="4179"/>
                      <a:pt x="11799" y="6555"/>
                      <a:pt x="11143" y="8931"/>
                    </a:cubicBezTo>
                    <a:cubicBezTo>
                      <a:pt x="10816" y="9914"/>
                      <a:pt x="10816" y="10734"/>
                      <a:pt x="11471" y="11635"/>
                    </a:cubicBezTo>
                    <a:cubicBezTo>
                      <a:pt x="12618" y="13355"/>
                      <a:pt x="13683" y="15158"/>
                      <a:pt x="14830" y="17042"/>
                    </a:cubicBezTo>
                    <a:cubicBezTo>
                      <a:pt x="13274" y="16797"/>
                      <a:pt x="11799" y="16633"/>
                      <a:pt x="10488" y="16305"/>
                    </a:cubicBezTo>
                    <a:cubicBezTo>
                      <a:pt x="9259" y="15977"/>
                      <a:pt x="8931" y="16469"/>
                      <a:pt x="8685" y="17534"/>
                    </a:cubicBezTo>
                    <a:cubicBezTo>
                      <a:pt x="8112" y="19910"/>
                      <a:pt x="7374" y="22204"/>
                      <a:pt x="6473" y="24581"/>
                    </a:cubicBezTo>
                    <a:cubicBezTo>
                      <a:pt x="6227" y="21959"/>
                      <a:pt x="5899" y="19337"/>
                      <a:pt x="5736" y="16715"/>
                    </a:cubicBezTo>
                    <a:cubicBezTo>
                      <a:pt x="5736" y="15813"/>
                      <a:pt x="5408" y="15404"/>
                      <a:pt x="4425" y="15240"/>
                    </a:cubicBezTo>
                    <a:cubicBezTo>
                      <a:pt x="3032" y="15076"/>
                      <a:pt x="1639" y="14748"/>
                      <a:pt x="0" y="14420"/>
                    </a:cubicBezTo>
                    <a:cubicBezTo>
                      <a:pt x="1557" y="12864"/>
                      <a:pt x="2868" y="11471"/>
                      <a:pt x="4261" y="10160"/>
                    </a:cubicBezTo>
                    <a:cubicBezTo>
                      <a:pt x="4752" y="9668"/>
                      <a:pt x="4998" y="9259"/>
                      <a:pt x="4916" y="8603"/>
                    </a:cubicBezTo>
                    <a:cubicBezTo>
                      <a:pt x="4588" y="5817"/>
                      <a:pt x="4343" y="3032"/>
                      <a:pt x="4097" y="164"/>
                    </a:cubicBezTo>
                    <a:cubicBezTo>
                      <a:pt x="4179" y="164"/>
                      <a:pt x="4343" y="82"/>
                      <a:pt x="4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22"/>
              <p:cNvSpPr/>
              <p:nvPr/>
            </p:nvSpPr>
            <p:spPr>
              <a:xfrm>
                <a:off x="6167119" y="3013832"/>
                <a:ext cx="14830" cy="24045"/>
              </a:xfrm>
              <a:custGeom>
                <a:rect b="b" l="l" r="r" t="t"/>
                <a:pathLst>
                  <a:path extrusionOk="0" h="24045" w="14830">
                    <a:moveTo>
                      <a:pt x="6473" y="23925"/>
                    </a:moveTo>
                    <a:cubicBezTo>
                      <a:pt x="6227" y="21385"/>
                      <a:pt x="5981" y="18927"/>
                      <a:pt x="5818" y="16387"/>
                    </a:cubicBezTo>
                    <a:cubicBezTo>
                      <a:pt x="5818" y="15568"/>
                      <a:pt x="5490" y="15240"/>
                      <a:pt x="4670" y="15158"/>
                    </a:cubicBezTo>
                    <a:cubicBezTo>
                      <a:pt x="3196" y="14912"/>
                      <a:pt x="1721" y="14667"/>
                      <a:pt x="0" y="14339"/>
                    </a:cubicBezTo>
                    <a:cubicBezTo>
                      <a:pt x="1557" y="12782"/>
                      <a:pt x="2950" y="11471"/>
                      <a:pt x="4343" y="10160"/>
                    </a:cubicBezTo>
                    <a:cubicBezTo>
                      <a:pt x="4916" y="9669"/>
                      <a:pt x="5162" y="9177"/>
                      <a:pt x="4998" y="8358"/>
                    </a:cubicBezTo>
                    <a:cubicBezTo>
                      <a:pt x="4670" y="5654"/>
                      <a:pt x="4425" y="2868"/>
                      <a:pt x="4261" y="0"/>
                    </a:cubicBezTo>
                    <a:cubicBezTo>
                      <a:pt x="5572" y="2048"/>
                      <a:pt x="6883" y="4097"/>
                      <a:pt x="8276" y="6227"/>
                    </a:cubicBezTo>
                    <a:cubicBezTo>
                      <a:pt x="9914" y="4670"/>
                      <a:pt x="11471" y="3114"/>
                      <a:pt x="13028" y="1639"/>
                    </a:cubicBezTo>
                    <a:cubicBezTo>
                      <a:pt x="13028" y="1639"/>
                      <a:pt x="13192" y="1639"/>
                      <a:pt x="13274" y="1721"/>
                    </a:cubicBezTo>
                    <a:cubicBezTo>
                      <a:pt x="12618" y="4097"/>
                      <a:pt x="11963" y="6555"/>
                      <a:pt x="11225" y="8931"/>
                    </a:cubicBezTo>
                    <a:cubicBezTo>
                      <a:pt x="10898" y="9914"/>
                      <a:pt x="10979" y="10734"/>
                      <a:pt x="11553" y="11635"/>
                    </a:cubicBezTo>
                    <a:cubicBezTo>
                      <a:pt x="12618" y="13274"/>
                      <a:pt x="13683" y="15076"/>
                      <a:pt x="14830" y="17043"/>
                    </a:cubicBezTo>
                    <a:cubicBezTo>
                      <a:pt x="13192" y="16715"/>
                      <a:pt x="11799" y="16551"/>
                      <a:pt x="10488" y="16223"/>
                    </a:cubicBezTo>
                    <a:cubicBezTo>
                      <a:pt x="9505" y="15978"/>
                      <a:pt x="9095" y="16223"/>
                      <a:pt x="8767" y="17289"/>
                    </a:cubicBezTo>
                    <a:cubicBezTo>
                      <a:pt x="8276" y="19419"/>
                      <a:pt x="7538" y="21467"/>
                      <a:pt x="6965" y="23516"/>
                    </a:cubicBezTo>
                    <a:cubicBezTo>
                      <a:pt x="6965" y="23843"/>
                      <a:pt x="6965" y="24253"/>
                      <a:pt x="6391" y="239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22"/>
              <p:cNvSpPr/>
              <p:nvPr/>
            </p:nvSpPr>
            <p:spPr>
              <a:xfrm>
                <a:off x="6243893" y="2911495"/>
                <a:ext cx="14830" cy="24744"/>
              </a:xfrm>
              <a:custGeom>
                <a:rect b="b" l="l" r="r" t="t"/>
                <a:pathLst>
                  <a:path extrusionOk="0" h="24744" w="14830">
                    <a:moveTo>
                      <a:pt x="4670" y="82"/>
                    </a:moveTo>
                    <a:cubicBezTo>
                      <a:pt x="5654" y="1803"/>
                      <a:pt x="6801" y="3441"/>
                      <a:pt x="7702" y="5244"/>
                    </a:cubicBezTo>
                    <a:cubicBezTo>
                      <a:pt x="8194" y="6145"/>
                      <a:pt x="8521" y="6309"/>
                      <a:pt x="9259" y="5490"/>
                    </a:cubicBezTo>
                    <a:cubicBezTo>
                      <a:pt x="10488" y="4179"/>
                      <a:pt x="11799" y="2950"/>
                      <a:pt x="13274" y="1803"/>
                    </a:cubicBezTo>
                    <a:cubicBezTo>
                      <a:pt x="12618" y="4261"/>
                      <a:pt x="11963" y="6719"/>
                      <a:pt x="11143" y="9177"/>
                    </a:cubicBezTo>
                    <a:cubicBezTo>
                      <a:pt x="10898" y="10078"/>
                      <a:pt x="10898" y="10816"/>
                      <a:pt x="11471" y="11553"/>
                    </a:cubicBezTo>
                    <a:cubicBezTo>
                      <a:pt x="12618" y="13274"/>
                      <a:pt x="13601" y="15076"/>
                      <a:pt x="14830" y="16961"/>
                    </a:cubicBezTo>
                    <a:cubicBezTo>
                      <a:pt x="13274" y="16961"/>
                      <a:pt x="11963" y="16633"/>
                      <a:pt x="10570" y="16305"/>
                    </a:cubicBezTo>
                    <a:cubicBezTo>
                      <a:pt x="9423" y="16059"/>
                      <a:pt x="9095" y="16469"/>
                      <a:pt x="8767" y="17452"/>
                    </a:cubicBezTo>
                    <a:cubicBezTo>
                      <a:pt x="8112" y="19910"/>
                      <a:pt x="7456" y="22286"/>
                      <a:pt x="6473" y="24744"/>
                    </a:cubicBezTo>
                    <a:cubicBezTo>
                      <a:pt x="6227" y="22123"/>
                      <a:pt x="5899" y="19501"/>
                      <a:pt x="5736" y="16879"/>
                    </a:cubicBezTo>
                    <a:cubicBezTo>
                      <a:pt x="5736" y="15813"/>
                      <a:pt x="5408" y="15240"/>
                      <a:pt x="4179" y="15158"/>
                    </a:cubicBezTo>
                    <a:cubicBezTo>
                      <a:pt x="2868" y="15076"/>
                      <a:pt x="1557" y="14667"/>
                      <a:pt x="0" y="14421"/>
                    </a:cubicBezTo>
                    <a:cubicBezTo>
                      <a:pt x="1557" y="12864"/>
                      <a:pt x="2868" y="11471"/>
                      <a:pt x="4343" y="10160"/>
                    </a:cubicBezTo>
                    <a:cubicBezTo>
                      <a:pt x="4916" y="9587"/>
                      <a:pt x="5080" y="9095"/>
                      <a:pt x="4998" y="8276"/>
                    </a:cubicBezTo>
                    <a:cubicBezTo>
                      <a:pt x="4670" y="5572"/>
                      <a:pt x="4507" y="2868"/>
                      <a:pt x="4261" y="82"/>
                    </a:cubicBezTo>
                    <a:cubicBezTo>
                      <a:pt x="4343" y="82"/>
                      <a:pt x="4507" y="82"/>
                      <a:pt x="45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22"/>
              <p:cNvSpPr/>
              <p:nvPr/>
            </p:nvSpPr>
            <p:spPr>
              <a:xfrm>
                <a:off x="6169168" y="3049065"/>
                <a:ext cx="14830" cy="24498"/>
              </a:xfrm>
              <a:custGeom>
                <a:rect b="b" l="l" r="r" t="t"/>
                <a:pathLst>
                  <a:path extrusionOk="0" h="24498" w="14830">
                    <a:moveTo>
                      <a:pt x="0" y="14257"/>
                    </a:moveTo>
                    <a:cubicBezTo>
                      <a:pt x="1557" y="12700"/>
                      <a:pt x="2868" y="11389"/>
                      <a:pt x="4261" y="10078"/>
                    </a:cubicBezTo>
                    <a:cubicBezTo>
                      <a:pt x="4916" y="9505"/>
                      <a:pt x="4998" y="8931"/>
                      <a:pt x="4916" y="8112"/>
                    </a:cubicBezTo>
                    <a:cubicBezTo>
                      <a:pt x="4588" y="5408"/>
                      <a:pt x="4425" y="2786"/>
                      <a:pt x="4507" y="0"/>
                    </a:cubicBezTo>
                    <a:cubicBezTo>
                      <a:pt x="5490" y="1639"/>
                      <a:pt x="6555" y="3277"/>
                      <a:pt x="7456" y="4916"/>
                    </a:cubicBezTo>
                    <a:cubicBezTo>
                      <a:pt x="8030" y="6063"/>
                      <a:pt x="8521" y="5981"/>
                      <a:pt x="9341" y="5080"/>
                    </a:cubicBezTo>
                    <a:cubicBezTo>
                      <a:pt x="10488" y="3769"/>
                      <a:pt x="11799" y="2622"/>
                      <a:pt x="13356" y="1147"/>
                    </a:cubicBezTo>
                    <a:cubicBezTo>
                      <a:pt x="12536" y="4097"/>
                      <a:pt x="11799" y="6719"/>
                      <a:pt x="11061" y="9259"/>
                    </a:cubicBezTo>
                    <a:cubicBezTo>
                      <a:pt x="10816" y="9996"/>
                      <a:pt x="10898" y="10488"/>
                      <a:pt x="11307" y="11061"/>
                    </a:cubicBezTo>
                    <a:cubicBezTo>
                      <a:pt x="12454" y="12864"/>
                      <a:pt x="13601" y="14748"/>
                      <a:pt x="14830" y="16797"/>
                    </a:cubicBezTo>
                    <a:cubicBezTo>
                      <a:pt x="13192" y="16551"/>
                      <a:pt x="11799" y="16305"/>
                      <a:pt x="10406" y="16059"/>
                    </a:cubicBezTo>
                    <a:cubicBezTo>
                      <a:pt x="9505" y="15896"/>
                      <a:pt x="9095" y="15896"/>
                      <a:pt x="8849" y="16961"/>
                    </a:cubicBezTo>
                    <a:cubicBezTo>
                      <a:pt x="8194" y="19501"/>
                      <a:pt x="7456" y="21959"/>
                      <a:pt x="6473" y="24499"/>
                    </a:cubicBezTo>
                    <a:cubicBezTo>
                      <a:pt x="6227" y="22041"/>
                      <a:pt x="5899" y="19501"/>
                      <a:pt x="5818" y="17042"/>
                    </a:cubicBezTo>
                    <a:cubicBezTo>
                      <a:pt x="5818" y="15650"/>
                      <a:pt x="5326" y="14912"/>
                      <a:pt x="3851" y="14912"/>
                    </a:cubicBezTo>
                    <a:cubicBezTo>
                      <a:pt x="2704" y="14912"/>
                      <a:pt x="1475" y="14502"/>
                      <a:pt x="0" y="14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6225376" y="2945990"/>
                <a:ext cx="14830" cy="24416"/>
              </a:xfrm>
              <a:custGeom>
                <a:rect b="b" l="l" r="r" t="t"/>
                <a:pathLst>
                  <a:path extrusionOk="0" h="24416" w="14830">
                    <a:moveTo>
                      <a:pt x="14748" y="16961"/>
                    </a:moveTo>
                    <a:cubicBezTo>
                      <a:pt x="13110" y="16715"/>
                      <a:pt x="11717" y="16551"/>
                      <a:pt x="10324" y="16223"/>
                    </a:cubicBezTo>
                    <a:cubicBezTo>
                      <a:pt x="9341" y="15978"/>
                      <a:pt x="8931" y="16141"/>
                      <a:pt x="8685" y="17207"/>
                    </a:cubicBezTo>
                    <a:cubicBezTo>
                      <a:pt x="8112" y="19665"/>
                      <a:pt x="7374" y="22041"/>
                      <a:pt x="6391" y="24417"/>
                    </a:cubicBezTo>
                    <a:cubicBezTo>
                      <a:pt x="6145" y="21795"/>
                      <a:pt x="5817" y="19173"/>
                      <a:pt x="5654" y="16551"/>
                    </a:cubicBezTo>
                    <a:cubicBezTo>
                      <a:pt x="5654" y="15650"/>
                      <a:pt x="5326" y="15240"/>
                      <a:pt x="4343" y="15158"/>
                    </a:cubicBezTo>
                    <a:cubicBezTo>
                      <a:pt x="2950" y="14994"/>
                      <a:pt x="1557" y="14667"/>
                      <a:pt x="0" y="14339"/>
                    </a:cubicBezTo>
                    <a:cubicBezTo>
                      <a:pt x="1475" y="12864"/>
                      <a:pt x="2868" y="11389"/>
                      <a:pt x="4261" y="10078"/>
                    </a:cubicBezTo>
                    <a:cubicBezTo>
                      <a:pt x="4834" y="9505"/>
                      <a:pt x="4998" y="9013"/>
                      <a:pt x="4916" y="8194"/>
                    </a:cubicBezTo>
                    <a:cubicBezTo>
                      <a:pt x="4588" y="5490"/>
                      <a:pt x="4261" y="2868"/>
                      <a:pt x="4506" y="0"/>
                    </a:cubicBezTo>
                    <a:cubicBezTo>
                      <a:pt x="5572" y="1721"/>
                      <a:pt x="6637" y="3441"/>
                      <a:pt x="7620" y="5162"/>
                    </a:cubicBezTo>
                    <a:cubicBezTo>
                      <a:pt x="8030" y="5981"/>
                      <a:pt x="8357" y="6063"/>
                      <a:pt x="9013" y="5326"/>
                    </a:cubicBezTo>
                    <a:cubicBezTo>
                      <a:pt x="10242" y="4015"/>
                      <a:pt x="11635" y="2704"/>
                      <a:pt x="13274" y="1147"/>
                    </a:cubicBezTo>
                    <a:cubicBezTo>
                      <a:pt x="12454" y="4179"/>
                      <a:pt x="11717" y="6719"/>
                      <a:pt x="10979" y="9259"/>
                    </a:cubicBezTo>
                    <a:cubicBezTo>
                      <a:pt x="10734" y="9996"/>
                      <a:pt x="10897" y="10570"/>
                      <a:pt x="11307" y="11225"/>
                    </a:cubicBezTo>
                    <a:cubicBezTo>
                      <a:pt x="12454" y="13028"/>
                      <a:pt x="13519" y="14830"/>
                      <a:pt x="14830" y="168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22"/>
              <p:cNvSpPr/>
              <p:nvPr/>
            </p:nvSpPr>
            <p:spPr>
              <a:xfrm>
                <a:off x="6207002" y="2979911"/>
                <a:ext cx="14359" cy="24498"/>
              </a:xfrm>
              <a:custGeom>
                <a:rect b="b" l="l" r="r" t="t"/>
                <a:pathLst>
                  <a:path extrusionOk="0" h="24498" w="14359">
                    <a:moveTo>
                      <a:pt x="6002" y="24499"/>
                    </a:moveTo>
                    <a:cubicBezTo>
                      <a:pt x="5756" y="21959"/>
                      <a:pt x="5510" y="19501"/>
                      <a:pt x="5346" y="16961"/>
                    </a:cubicBezTo>
                    <a:cubicBezTo>
                      <a:pt x="5346" y="15978"/>
                      <a:pt x="4936" y="15568"/>
                      <a:pt x="3953" y="15486"/>
                    </a:cubicBezTo>
                    <a:cubicBezTo>
                      <a:pt x="2888" y="15404"/>
                      <a:pt x="1823" y="14994"/>
                      <a:pt x="676" y="14830"/>
                    </a:cubicBezTo>
                    <a:cubicBezTo>
                      <a:pt x="-307" y="14667"/>
                      <a:pt x="-61" y="14421"/>
                      <a:pt x="430" y="13847"/>
                    </a:cubicBezTo>
                    <a:cubicBezTo>
                      <a:pt x="1659" y="12700"/>
                      <a:pt x="2806" y="11471"/>
                      <a:pt x="4035" y="10406"/>
                    </a:cubicBezTo>
                    <a:cubicBezTo>
                      <a:pt x="4527" y="9914"/>
                      <a:pt x="4691" y="9423"/>
                      <a:pt x="4609" y="8685"/>
                    </a:cubicBezTo>
                    <a:cubicBezTo>
                      <a:pt x="4281" y="5981"/>
                      <a:pt x="3953" y="3195"/>
                      <a:pt x="3953" y="0"/>
                    </a:cubicBezTo>
                    <a:cubicBezTo>
                      <a:pt x="5182" y="2048"/>
                      <a:pt x="6247" y="3769"/>
                      <a:pt x="7231" y="5490"/>
                    </a:cubicBezTo>
                    <a:cubicBezTo>
                      <a:pt x="7722" y="6391"/>
                      <a:pt x="8050" y="6555"/>
                      <a:pt x="8787" y="5736"/>
                    </a:cubicBezTo>
                    <a:cubicBezTo>
                      <a:pt x="10016" y="4425"/>
                      <a:pt x="11327" y="3195"/>
                      <a:pt x="12966" y="1557"/>
                    </a:cubicBezTo>
                    <a:cubicBezTo>
                      <a:pt x="12147" y="4506"/>
                      <a:pt x="11491" y="7046"/>
                      <a:pt x="10672" y="9505"/>
                    </a:cubicBezTo>
                    <a:cubicBezTo>
                      <a:pt x="10426" y="10324"/>
                      <a:pt x="10508" y="10897"/>
                      <a:pt x="10918" y="11635"/>
                    </a:cubicBezTo>
                    <a:cubicBezTo>
                      <a:pt x="12065" y="13437"/>
                      <a:pt x="13130" y="15240"/>
                      <a:pt x="14359" y="17124"/>
                    </a:cubicBezTo>
                    <a:cubicBezTo>
                      <a:pt x="12720" y="17124"/>
                      <a:pt x="11327" y="16715"/>
                      <a:pt x="9853" y="16469"/>
                    </a:cubicBezTo>
                    <a:cubicBezTo>
                      <a:pt x="8952" y="16305"/>
                      <a:pt x="8705" y="16469"/>
                      <a:pt x="8460" y="17288"/>
                    </a:cubicBezTo>
                    <a:cubicBezTo>
                      <a:pt x="7886" y="19501"/>
                      <a:pt x="7149" y="21713"/>
                      <a:pt x="6493" y="23925"/>
                    </a:cubicBezTo>
                    <a:cubicBezTo>
                      <a:pt x="6493" y="24171"/>
                      <a:pt x="6493" y="24663"/>
                      <a:pt x="6002" y="2433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22"/>
              <p:cNvSpPr/>
              <p:nvPr/>
            </p:nvSpPr>
            <p:spPr>
              <a:xfrm>
                <a:off x="6173592" y="3037348"/>
                <a:ext cx="637" cy="1310"/>
              </a:xfrm>
              <a:custGeom>
                <a:rect b="b" l="l" r="r" t="t"/>
                <a:pathLst>
                  <a:path extrusionOk="0" h="1310" w="637">
                    <a:moveTo>
                      <a:pt x="0" y="410"/>
                    </a:moveTo>
                    <a:cubicBezTo>
                      <a:pt x="0" y="410"/>
                      <a:pt x="328" y="82"/>
                      <a:pt x="574" y="0"/>
                    </a:cubicBezTo>
                    <a:cubicBezTo>
                      <a:pt x="737" y="492"/>
                      <a:pt x="574" y="819"/>
                      <a:pt x="246" y="1311"/>
                    </a:cubicBezTo>
                    <a:cubicBezTo>
                      <a:pt x="-82" y="1065"/>
                      <a:pt x="0" y="737"/>
                      <a:pt x="82" y="4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6214888" y="2910869"/>
                <a:ext cx="716" cy="707"/>
              </a:xfrm>
              <a:custGeom>
                <a:rect b="b" l="l" r="r" t="t"/>
                <a:pathLst>
                  <a:path extrusionOk="0" h="707" w="716">
                    <a:moveTo>
                      <a:pt x="492" y="708"/>
                    </a:moveTo>
                    <a:cubicBezTo>
                      <a:pt x="492" y="708"/>
                      <a:pt x="164" y="544"/>
                      <a:pt x="0" y="462"/>
                    </a:cubicBezTo>
                    <a:cubicBezTo>
                      <a:pt x="82" y="134"/>
                      <a:pt x="328" y="-112"/>
                      <a:pt x="573" y="52"/>
                    </a:cubicBezTo>
                    <a:cubicBezTo>
                      <a:pt x="901" y="216"/>
                      <a:pt x="573" y="544"/>
                      <a:pt x="492" y="7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6205219" y="2899123"/>
                <a:ext cx="603" cy="1156"/>
              </a:xfrm>
              <a:custGeom>
                <a:rect b="b" l="l" r="r" t="t"/>
                <a:pathLst>
                  <a:path extrusionOk="0" h="1156" w="603">
                    <a:moveTo>
                      <a:pt x="0" y="492"/>
                    </a:moveTo>
                    <a:lnTo>
                      <a:pt x="574" y="0"/>
                    </a:lnTo>
                    <a:cubicBezTo>
                      <a:pt x="656" y="410"/>
                      <a:pt x="574" y="901"/>
                      <a:pt x="246" y="1147"/>
                    </a:cubicBezTo>
                    <a:cubicBezTo>
                      <a:pt x="82" y="1229"/>
                      <a:pt x="0" y="738"/>
                      <a:pt x="0" y="4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22"/>
              <p:cNvSpPr/>
              <p:nvPr/>
            </p:nvSpPr>
            <p:spPr>
              <a:xfrm>
                <a:off x="6167775" y="2967867"/>
                <a:ext cx="578" cy="1065"/>
              </a:xfrm>
              <a:custGeom>
                <a:rect b="b" l="l" r="r" t="t"/>
                <a:pathLst>
                  <a:path extrusionOk="0" h="1065" w="578">
                    <a:moveTo>
                      <a:pt x="0" y="492"/>
                    </a:moveTo>
                    <a:lnTo>
                      <a:pt x="573" y="0"/>
                    </a:lnTo>
                    <a:cubicBezTo>
                      <a:pt x="573" y="410"/>
                      <a:pt x="655" y="901"/>
                      <a:pt x="164" y="1065"/>
                    </a:cubicBezTo>
                    <a:cubicBezTo>
                      <a:pt x="0" y="1065"/>
                      <a:pt x="0" y="655"/>
                      <a:pt x="0" y="4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22"/>
              <p:cNvSpPr/>
              <p:nvPr/>
            </p:nvSpPr>
            <p:spPr>
              <a:xfrm>
                <a:off x="6116625" y="2973766"/>
                <a:ext cx="674" cy="1065"/>
              </a:xfrm>
              <a:custGeom>
                <a:rect b="b" l="l" r="r" t="t"/>
                <a:pathLst>
                  <a:path extrusionOk="0" h="1065" w="674">
                    <a:moveTo>
                      <a:pt x="22" y="410"/>
                    </a:moveTo>
                    <a:cubicBezTo>
                      <a:pt x="22" y="410"/>
                      <a:pt x="432" y="164"/>
                      <a:pt x="595" y="0"/>
                    </a:cubicBezTo>
                    <a:cubicBezTo>
                      <a:pt x="759" y="410"/>
                      <a:pt x="677" y="819"/>
                      <a:pt x="268" y="1065"/>
                    </a:cubicBezTo>
                    <a:cubicBezTo>
                      <a:pt x="104" y="1065"/>
                      <a:pt x="-60" y="737"/>
                      <a:pt x="22" y="4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22"/>
              <p:cNvSpPr/>
              <p:nvPr/>
            </p:nvSpPr>
            <p:spPr>
              <a:xfrm>
                <a:off x="6227720" y="2898713"/>
                <a:ext cx="566" cy="983"/>
              </a:xfrm>
              <a:custGeom>
                <a:rect b="b" l="l" r="r" t="t"/>
                <a:pathLst>
                  <a:path extrusionOk="0" h="983" w="566">
                    <a:moveTo>
                      <a:pt x="32" y="410"/>
                    </a:moveTo>
                    <a:cubicBezTo>
                      <a:pt x="32" y="410"/>
                      <a:pt x="360" y="164"/>
                      <a:pt x="524" y="0"/>
                    </a:cubicBezTo>
                    <a:cubicBezTo>
                      <a:pt x="606" y="410"/>
                      <a:pt x="606" y="819"/>
                      <a:pt x="196" y="983"/>
                    </a:cubicBezTo>
                    <a:cubicBezTo>
                      <a:pt x="32" y="983"/>
                      <a:pt x="-50" y="655"/>
                      <a:pt x="32" y="4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22"/>
              <p:cNvSpPr/>
              <p:nvPr/>
            </p:nvSpPr>
            <p:spPr>
              <a:xfrm>
                <a:off x="6154070" y="2904858"/>
                <a:ext cx="674" cy="1075"/>
              </a:xfrm>
              <a:custGeom>
                <a:rect b="b" l="l" r="r" t="t"/>
                <a:pathLst>
                  <a:path extrusionOk="0" h="1075" w="674">
                    <a:moveTo>
                      <a:pt x="22" y="492"/>
                    </a:moveTo>
                    <a:cubicBezTo>
                      <a:pt x="22" y="492"/>
                      <a:pt x="432" y="246"/>
                      <a:pt x="595" y="0"/>
                    </a:cubicBezTo>
                    <a:cubicBezTo>
                      <a:pt x="759" y="410"/>
                      <a:pt x="677" y="901"/>
                      <a:pt x="268" y="1065"/>
                    </a:cubicBezTo>
                    <a:cubicBezTo>
                      <a:pt x="104" y="1147"/>
                      <a:pt x="-60" y="737"/>
                      <a:pt x="22" y="4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22"/>
              <p:cNvSpPr/>
              <p:nvPr/>
            </p:nvSpPr>
            <p:spPr>
              <a:xfrm>
                <a:off x="6212921" y="3004000"/>
                <a:ext cx="578" cy="983"/>
              </a:xfrm>
              <a:custGeom>
                <a:rect b="b" l="l" r="r" t="t"/>
                <a:pathLst>
                  <a:path extrusionOk="0" h="983" w="578">
                    <a:moveTo>
                      <a:pt x="82" y="410"/>
                    </a:moveTo>
                    <a:cubicBezTo>
                      <a:pt x="82" y="410"/>
                      <a:pt x="410" y="164"/>
                      <a:pt x="574" y="0"/>
                    </a:cubicBezTo>
                    <a:cubicBezTo>
                      <a:pt x="574" y="410"/>
                      <a:pt x="656" y="901"/>
                      <a:pt x="164" y="983"/>
                    </a:cubicBezTo>
                    <a:cubicBezTo>
                      <a:pt x="0" y="983"/>
                      <a:pt x="0" y="655"/>
                      <a:pt x="0" y="4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22"/>
              <p:cNvSpPr/>
              <p:nvPr/>
            </p:nvSpPr>
            <p:spPr>
              <a:xfrm>
                <a:off x="6193025" y="2845985"/>
                <a:ext cx="969" cy="698"/>
              </a:xfrm>
              <a:custGeom>
                <a:rect b="b" l="l" r="r" t="t"/>
                <a:pathLst>
                  <a:path extrusionOk="0" h="698" w="969">
                    <a:moveTo>
                      <a:pt x="969" y="699"/>
                    </a:moveTo>
                    <a:cubicBezTo>
                      <a:pt x="969" y="699"/>
                      <a:pt x="478" y="535"/>
                      <a:pt x="232" y="699"/>
                    </a:cubicBezTo>
                    <a:cubicBezTo>
                      <a:pt x="68" y="535"/>
                      <a:pt x="-96" y="125"/>
                      <a:pt x="68" y="43"/>
                    </a:cubicBezTo>
                    <a:cubicBezTo>
                      <a:pt x="478" y="-121"/>
                      <a:pt x="805" y="207"/>
                      <a:pt x="969" y="6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3" name="Google Shape;1363;p22"/>
            <p:cNvSpPr/>
            <p:nvPr/>
          </p:nvSpPr>
          <p:spPr>
            <a:xfrm>
              <a:off x="5897552" y="2794901"/>
              <a:ext cx="247561" cy="493743"/>
            </a:xfrm>
            <a:custGeom>
              <a:rect b="b" l="l" r="r" t="t"/>
              <a:pathLst>
                <a:path extrusionOk="0" h="493743" w="247561">
                  <a:moveTo>
                    <a:pt x="247445" y="493661"/>
                  </a:moveTo>
                  <a:cubicBezTo>
                    <a:pt x="247855" y="489565"/>
                    <a:pt x="247117" y="485140"/>
                    <a:pt x="246298" y="481043"/>
                  </a:cubicBezTo>
                  <a:cubicBezTo>
                    <a:pt x="233516" y="417789"/>
                    <a:pt x="196563" y="359697"/>
                    <a:pt x="144780" y="321269"/>
                  </a:cubicBezTo>
                  <a:cubicBezTo>
                    <a:pt x="131916" y="311683"/>
                    <a:pt x="118069" y="303325"/>
                    <a:pt x="106598" y="292100"/>
                  </a:cubicBezTo>
                  <a:cubicBezTo>
                    <a:pt x="95127" y="280875"/>
                    <a:pt x="85868" y="266290"/>
                    <a:pt x="85295" y="250313"/>
                  </a:cubicBezTo>
                  <a:cubicBezTo>
                    <a:pt x="84557" y="230403"/>
                    <a:pt x="96930" y="212786"/>
                    <a:pt x="107827" y="196154"/>
                  </a:cubicBezTo>
                  <a:cubicBezTo>
                    <a:pt x="146828" y="136750"/>
                    <a:pt x="174113" y="69727"/>
                    <a:pt x="187878" y="0"/>
                  </a:cubicBezTo>
                  <a:cubicBezTo>
                    <a:pt x="178537" y="82"/>
                    <a:pt x="172720" y="819"/>
                    <a:pt x="172720" y="819"/>
                  </a:cubicBezTo>
                  <a:lnTo>
                    <a:pt x="0" y="318483"/>
                  </a:lnTo>
                  <a:cubicBezTo>
                    <a:pt x="28759" y="316107"/>
                    <a:pt x="63336" y="318975"/>
                    <a:pt x="97995" y="336345"/>
                  </a:cubicBezTo>
                  <a:cubicBezTo>
                    <a:pt x="185830" y="380345"/>
                    <a:pt x="192221" y="459740"/>
                    <a:pt x="247445" y="493743"/>
                  </a:cubicBez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22"/>
            <p:cNvSpPr/>
            <p:nvPr/>
          </p:nvSpPr>
          <p:spPr>
            <a:xfrm>
              <a:off x="6308704" y="3222440"/>
              <a:ext cx="230320" cy="181650"/>
            </a:xfrm>
            <a:custGeom>
              <a:rect b="b" l="l" r="r" t="t"/>
              <a:pathLst>
                <a:path extrusionOk="0" h="181650" w="230320">
                  <a:moveTo>
                    <a:pt x="7210" y="119708"/>
                  </a:moveTo>
                  <a:cubicBezTo>
                    <a:pt x="97012" y="141011"/>
                    <a:pt x="130605" y="181651"/>
                    <a:pt x="130605" y="181651"/>
                  </a:cubicBezTo>
                  <a:lnTo>
                    <a:pt x="230321" y="0"/>
                  </a:lnTo>
                  <a:cubicBezTo>
                    <a:pt x="218768" y="10488"/>
                    <a:pt x="209345" y="23679"/>
                    <a:pt x="200414" y="36625"/>
                  </a:cubicBezTo>
                  <a:cubicBezTo>
                    <a:pt x="180914" y="64893"/>
                    <a:pt x="159774" y="95373"/>
                    <a:pt x="127246" y="106434"/>
                  </a:cubicBezTo>
                  <a:cubicBezTo>
                    <a:pt x="104959" y="114054"/>
                    <a:pt x="80707" y="111186"/>
                    <a:pt x="57191" y="111350"/>
                  </a:cubicBezTo>
                  <a:cubicBezTo>
                    <a:pt x="37936" y="111514"/>
                    <a:pt x="18763" y="113726"/>
                    <a:pt x="0" y="118069"/>
                  </a:cubicBezTo>
                  <a:cubicBezTo>
                    <a:pt x="2294" y="118642"/>
                    <a:pt x="4752" y="119216"/>
                    <a:pt x="7128" y="119790"/>
                  </a:cubicBez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5" name="Google Shape;136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6" name="Google Shape;1366;p22"/>
          <p:cNvSpPr txBox="1"/>
          <p:nvPr>
            <p:ph idx="1" type="subTitle"/>
          </p:nvPr>
        </p:nvSpPr>
        <p:spPr>
          <a:xfrm>
            <a:off x="720000" y="2591251"/>
            <a:ext cx="21753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7" name="Google Shape;1367;p22"/>
          <p:cNvSpPr txBox="1"/>
          <p:nvPr>
            <p:ph idx="2" type="subTitle"/>
          </p:nvPr>
        </p:nvSpPr>
        <p:spPr>
          <a:xfrm>
            <a:off x="3266722" y="2591251"/>
            <a:ext cx="21753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22"/>
          <p:cNvSpPr txBox="1"/>
          <p:nvPr>
            <p:ph idx="3" type="subTitle"/>
          </p:nvPr>
        </p:nvSpPr>
        <p:spPr>
          <a:xfrm>
            <a:off x="5813450" y="2591251"/>
            <a:ext cx="21753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9" name="Google Shape;1369;p22"/>
          <p:cNvSpPr txBox="1"/>
          <p:nvPr>
            <p:ph idx="4" type="subTitle"/>
          </p:nvPr>
        </p:nvSpPr>
        <p:spPr>
          <a:xfrm>
            <a:off x="720000" y="2085910"/>
            <a:ext cx="21753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70" name="Google Shape;1370;p22"/>
          <p:cNvSpPr txBox="1"/>
          <p:nvPr>
            <p:ph idx="5" type="subTitle"/>
          </p:nvPr>
        </p:nvSpPr>
        <p:spPr>
          <a:xfrm>
            <a:off x="3266725" y="2085910"/>
            <a:ext cx="21753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71" name="Google Shape;1371;p22"/>
          <p:cNvSpPr txBox="1"/>
          <p:nvPr>
            <p:ph idx="6" type="subTitle"/>
          </p:nvPr>
        </p:nvSpPr>
        <p:spPr>
          <a:xfrm>
            <a:off x="5813450" y="2085910"/>
            <a:ext cx="21753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1373;p23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1374" name="Google Shape;1374;p23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1375" name="Google Shape;1375;p23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76" name="Google Shape;1376;p23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377" name="Google Shape;1377;p23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8" name="Google Shape;1378;p23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9" name="Google Shape;1379;p23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0" name="Google Shape;1380;p23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1" name="Google Shape;1381;p23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2" name="Google Shape;1382;p23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3" name="Google Shape;1383;p23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4" name="Google Shape;1384;p23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5" name="Google Shape;1385;p23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6" name="Google Shape;1386;p23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7" name="Google Shape;1387;p23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8" name="Google Shape;1388;p23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9" name="Google Shape;1389;p23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0" name="Google Shape;1390;p23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1" name="Google Shape;1391;p23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2" name="Google Shape;1392;p23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3" name="Google Shape;1393;p23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4" name="Google Shape;1394;p23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5" name="Google Shape;1395;p23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6" name="Google Shape;1396;p23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7" name="Google Shape;1397;p23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8" name="Google Shape;1398;p23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9" name="Google Shape;1399;p23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0" name="Google Shape;1400;p23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01" name="Google Shape;1401;p23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1402" name="Google Shape;1402;p23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03" name="Google Shape;1403;p23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404" name="Google Shape;1404;p23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5" name="Google Shape;1405;p23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6" name="Google Shape;1406;p23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7" name="Google Shape;1407;p23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8" name="Google Shape;1408;p23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9" name="Google Shape;1409;p23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0" name="Google Shape;1410;p23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1" name="Google Shape;1411;p23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2" name="Google Shape;1412;p23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3" name="Google Shape;1413;p23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4" name="Google Shape;1414;p23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5" name="Google Shape;1415;p23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6" name="Google Shape;1416;p23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7" name="Google Shape;1417;p23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8" name="Google Shape;1418;p23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9" name="Google Shape;1419;p23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0" name="Google Shape;1420;p23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1" name="Google Shape;1421;p23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2" name="Google Shape;1422;p23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3" name="Google Shape;1423;p23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4" name="Google Shape;1424;p23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5" name="Google Shape;1425;p23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6" name="Google Shape;1426;p23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7" name="Google Shape;1427;p23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428" name="Google Shape;142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9" name="Google Shape;1429;p23"/>
          <p:cNvSpPr txBox="1"/>
          <p:nvPr>
            <p:ph idx="1" type="subTitle"/>
          </p:nvPr>
        </p:nvSpPr>
        <p:spPr>
          <a:xfrm>
            <a:off x="719998" y="202416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0" name="Google Shape;1430;p23"/>
          <p:cNvSpPr txBox="1"/>
          <p:nvPr>
            <p:ph idx="2" type="subTitle"/>
          </p:nvPr>
        </p:nvSpPr>
        <p:spPr>
          <a:xfrm>
            <a:off x="3582902" y="202416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1" name="Google Shape;1431;p23"/>
          <p:cNvSpPr txBox="1"/>
          <p:nvPr>
            <p:ph idx="3" type="subTitle"/>
          </p:nvPr>
        </p:nvSpPr>
        <p:spPr>
          <a:xfrm>
            <a:off x="719998" y="341814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2" name="Google Shape;1432;p23"/>
          <p:cNvSpPr txBox="1"/>
          <p:nvPr>
            <p:ph idx="4" type="subTitle"/>
          </p:nvPr>
        </p:nvSpPr>
        <p:spPr>
          <a:xfrm>
            <a:off x="3582902" y="341814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3"/>
          <p:cNvSpPr txBox="1"/>
          <p:nvPr>
            <p:ph idx="5" type="subTitle"/>
          </p:nvPr>
        </p:nvSpPr>
        <p:spPr>
          <a:xfrm>
            <a:off x="719998" y="15331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34" name="Google Shape;1434;p23"/>
          <p:cNvSpPr txBox="1"/>
          <p:nvPr>
            <p:ph idx="6" type="subTitle"/>
          </p:nvPr>
        </p:nvSpPr>
        <p:spPr>
          <a:xfrm>
            <a:off x="719998" y="292718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35" name="Google Shape;1435;p23"/>
          <p:cNvSpPr txBox="1"/>
          <p:nvPr>
            <p:ph idx="7" type="subTitle"/>
          </p:nvPr>
        </p:nvSpPr>
        <p:spPr>
          <a:xfrm>
            <a:off x="3582898" y="15331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36" name="Google Shape;1436;p23"/>
          <p:cNvSpPr txBox="1"/>
          <p:nvPr>
            <p:ph idx="8" type="subTitle"/>
          </p:nvPr>
        </p:nvSpPr>
        <p:spPr>
          <a:xfrm>
            <a:off x="3582898" y="292718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8" name="Google Shape;1438;p24"/>
          <p:cNvGrpSpPr/>
          <p:nvPr/>
        </p:nvGrpSpPr>
        <p:grpSpPr>
          <a:xfrm flipH="1" rot="7263980">
            <a:off x="6246280" y="3554358"/>
            <a:ext cx="3900732" cy="3152149"/>
            <a:chOff x="4319714" y="2671490"/>
            <a:chExt cx="2340304" cy="1891180"/>
          </a:xfrm>
        </p:grpSpPr>
        <p:sp>
          <p:nvSpPr>
            <p:cNvPr id="1439" name="Google Shape;1439;p24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24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24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24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24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24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24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24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24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24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24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24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24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24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24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9" name="Google Shape;1459;p24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1460" name="Google Shape;1460;p24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1461" name="Google Shape;1461;p24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2" name="Google Shape;1462;p24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463" name="Google Shape;1463;p24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4" name="Google Shape;1464;p24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5" name="Google Shape;1465;p24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6" name="Google Shape;1466;p24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7" name="Google Shape;1467;p24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8" name="Google Shape;1468;p24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9" name="Google Shape;1469;p24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0" name="Google Shape;1470;p24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1" name="Google Shape;1471;p24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2" name="Google Shape;1472;p24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3" name="Google Shape;1473;p24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4" name="Google Shape;1474;p24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5" name="Google Shape;1475;p24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6" name="Google Shape;1476;p24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7" name="Google Shape;1477;p24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8" name="Google Shape;1478;p24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9" name="Google Shape;1479;p24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0" name="Google Shape;1480;p24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1" name="Google Shape;1481;p24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2" name="Google Shape;1482;p24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3" name="Google Shape;1483;p24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4" name="Google Shape;1484;p24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5" name="Google Shape;1485;p24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6" name="Google Shape;1486;p24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87" name="Google Shape;1487;p24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1488" name="Google Shape;1488;p24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89" name="Google Shape;1489;p24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490" name="Google Shape;1490;p24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24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2" name="Google Shape;1492;p24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3" name="Google Shape;1493;p24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4" name="Google Shape;1494;p24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5" name="Google Shape;1495;p24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6" name="Google Shape;1496;p24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24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24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24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0" name="Google Shape;1500;p24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1" name="Google Shape;1501;p24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2" name="Google Shape;1502;p24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3" name="Google Shape;1503;p24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4" name="Google Shape;1504;p24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24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24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24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8" name="Google Shape;1508;p24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9" name="Google Shape;1509;p24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0" name="Google Shape;1510;p24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1" name="Google Shape;1511;p24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2" name="Google Shape;1512;p24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3" name="Google Shape;1513;p24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514" name="Google Shape;151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5" name="Google Shape;1515;p24"/>
          <p:cNvSpPr txBox="1"/>
          <p:nvPr>
            <p:ph idx="1" type="subTitle"/>
          </p:nvPr>
        </p:nvSpPr>
        <p:spPr>
          <a:xfrm>
            <a:off x="720002" y="1934898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6" name="Google Shape;1516;p24"/>
          <p:cNvSpPr txBox="1"/>
          <p:nvPr>
            <p:ph idx="2" type="subTitle"/>
          </p:nvPr>
        </p:nvSpPr>
        <p:spPr>
          <a:xfrm>
            <a:off x="3190375" y="1934898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7" name="Google Shape;1517;p24"/>
          <p:cNvSpPr txBox="1"/>
          <p:nvPr>
            <p:ph idx="3" type="subTitle"/>
          </p:nvPr>
        </p:nvSpPr>
        <p:spPr>
          <a:xfrm>
            <a:off x="720002" y="3426265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8" name="Google Shape;1518;p24"/>
          <p:cNvSpPr txBox="1"/>
          <p:nvPr>
            <p:ph idx="4" type="subTitle"/>
          </p:nvPr>
        </p:nvSpPr>
        <p:spPr>
          <a:xfrm>
            <a:off x="3190375" y="3426265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9" name="Google Shape;1519;p24"/>
          <p:cNvSpPr txBox="1"/>
          <p:nvPr>
            <p:ph idx="5" type="subTitle"/>
          </p:nvPr>
        </p:nvSpPr>
        <p:spPr>
          <a:xfrm>
            <a:off x="5660748" y="1934898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0" name="Google Shape;1520;p24"/>
          <p:cNvSpPr txBox="1"/>
          <p:nvPr>
            <p:ph idx="6" type="subTitle"/>
          </p:nvPr>
        </p:nvSpPr>
        <p:spPr>
          <a:xfrm>
            <a:off x="5660748" y="3426265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1" name="Google Shape;1521;p24"/>
          <p:cNvSpPr txBox="1"/>
          <p:nvPr>
            <p:ph idx="7" type="subTitle"/>
          </p:nvPr>
        </p:nvSpPr>
        <p:spPr>
          <a:xfrm>
            <a:off x="720902" y="1518497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2" name="Google Shape;1522;p24"/>
          <p:cNvSpPr txBox="1"/>
          <p:nvPr>
            <p:ph idx="8" type="subTitle"/>
          </p:nvPr>
        </p:nvSpPr>
        <p:spPr>
          <a:xfrm>
            <a:off x="3191275" y="1518497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3" name="Google Shape;1523;p24"/>
          <p:cNvSpPr txBox="1"/>
          <p:nvPr>
            <p:ph idx="9" type="subTitle"/>
          </p:nvPr>
        </p:nvSpPr>
        <p:spPr>
          <a:xfrm>
            <a:off x="5661648" y="1518497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4" name="Google Shape;1524;p24"/>
          <p:cNvSpPr txBox="1"/>
          <p:nvPr>
            <p:ph idx="13" type="subTitle"/>
          </p:nvPr>
        </p:nvSpPr>
        <p:spPr>
          <a:xfrm>
            <a:off x="720902" y="300984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5" name="Google Shape;1525;p24"/>
          <p:cNvSpPr txBox="1"/>
          <p:nvPr>
            <p:ph idx="14" type="subTitle"/>
          </p:nvPr>
        </p:nvSpPr>
        <p:spPr>
          <a:xfrm>
            <a:off x="3191275" y="300984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6" name="Google Shape;1526;p24"/>
          <p:cNvSpPr txBox="1"/>
          <p:nvPr>
            <p:ph idx="15" type="subTitle"/>
          </p:nvPr>
        </p:nvSpPr>
        <p:spPr>
          <a:xfrm>
            <a:off x="5661648" y="300984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8" name="Google Shape;1528;p25"/>
          <p:cNvGrpSpPr/>
          <p:nvPr/>
        </p:nvGrpSpPr>
        <p:grpSpPr>
          <a:xfrm>
            <a:off x="-8362" y="-11"/>
            <a:ext cx="9177396" cy="5148182"/>
            <a:chOff x="-8362" y="-11"/>
            <a:chExt cx="9177396" cy="5148182"/>
          </a:xfrm>
        </p:grpSpPr>
        <p:grpSp>
          <p:nvGrpSpPr>
            <p:cNvPr id="1529" name="Google Shape;1529;p25"/>
            <p:cNvGrpSpPr/>
            <p:nvPr/>
          </p:nvGrpSpPr>
          <p:grpSpPr>
            <a:xfrm>
              <a:off x="-8362" y="-11"/>
              <a:ext cx="9177396" cy="292882"/>
              <a:chOff x="-16725" y="-11"/>
              <a:chExt cx="9177396" cy="292882"/>
            </a:xfrm>
          </p:grpSpPr>
          <p:sp>
            <p:nvSpPr>
              <p:cNvPr id="1530" name="Google Shape;1530;p25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1" name="Google Shape;1531;p25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532" name="Google Shape;1532;p25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3" name="Google Shape;1533;p25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4" name="Google Shape;1534;p25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5" name="Google Shape;1535;p25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6" name="Google Shape;1536;p25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25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25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25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0" name="Google Shape;1540;p25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25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2" name="Google Shape;1542;p25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3" name="Google Shape;1543;p25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4" name="Google Shape;1544;p25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25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25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25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25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9" name="Google Shape;1549;p25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0" name="Google Shape;1550;p25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1" name="Google Shape;1551;p25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2" name="Google Shape;1552;p25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25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25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25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6" name="Google Shape;1556;p25"/>
            <p:cNvGrpSpPr/>
            <p:nvPr/>
          </p:nvGrpSpPr>
          <p:grpSpPr>
            <a:xfrm>
              <a:off x="-8362" y="4855289"/>
              <a:ext cx="9177396" cy="292882"/>
              <a:chOff x="0" y="4855289"/>
              <a:chExt cx="9177396" cy="292882"/>
            </a:xfrm>
          </p:grpSpPr>
          <p:sp>
            <p:nvSpPr>
              <p:cNvPr id="1557" name="Google Shape;1557;p25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58" name="Google Shape;1558;p25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559" name="Google Shape;1559;p25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0" name="Google Shape;1560;p25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25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25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25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25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5" name="Google Shape;1565;p25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6" name="Google Shape;1566;p25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7" name="Google Shape;1567;p25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8" name="Google Shape;1568;p25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25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25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25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25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3" name="Google Shape;1573;p25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4" name="Google Shape;1574;p25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25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6" name="Google Shape;1576;p25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25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25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25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0" name="Google Shape;1580;p25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1" name="Google Shape;1581;p25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2" name="Google Shape;1582;p25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583" name="Google Shape;1583;p25"/>
          <p:cNvSpPr txBox="1"/>
          <p:nvPr>
            <p:ph hasCustomPrompt="1" type="title"/>
          </p:nvPr>
        </p:nvSpPr>
        <p:spPr>
          <a:xfrm>
            <a:off x="789425" y="689500"/>
            <a:ext cx="389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4" name="Google Shape;1584;p25"/>
          <p:cNvSpPr txBox="1"/>
          <p:nvPr>
            <p:ph idx="1" type="subTitle"/>
          </p:nvPr>
        </p:nvSpPr>
        <p:spPr>
          <a:xfrm>
            <a:off x="789425" y="1378423"/>
            <a:ext cx="38988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5" name="Google Shape;1585;p25"/>
          <p:cNvSpPr txBox="1"/>
          <p:nvPr>
            <p:ph hasCustomPrompt="1" idx="2" type="title"/>
          </p:nvPr>
        </p:nvSpPr>
        <p:spPr>
          <a:xfrm>
            <a:off x="789425" y="2041755"/>
            <a:ext cx="389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6" name="Google Shape;1586;p25"/>
          <p:cNvSpPr txBox="1"/>
          <p:nvPr>
            <p:ph idx="3" type="subTitle"/>
          </p:nvPr>
        </p:nvSpPr>
        <p:spPr>
          <a:xfrm>
            <a:off x="789425" y="2730674"/>
            <a:ext cx="38988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7" name="Google Shape;1587;p25"/>
          <p:cNvSpPr txBox="1"/>
          <p:nvPr>
            <p:ph hasCustomPrompt="1" idx="4" type="title"/>
          </p:nvPr>
        </p:nvSpPr>
        <p:spPr>
          <a:xfrm>
            <a:off x="789425" y="3394010"/>
            <a:ext cx="389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8" name="Google Shape;1588;p25"/>
          <p:cNvSpPr txBox="1"/>
          <p:nvPr>
            <p:ph idx="5" type="subTitle"/>
          </p:nvPr>
        </p:nvSpPr>
        <p:spPr>
          <a:xfrm>
            <a:off x="789425" y="4082925"/>
            <a:ext cx="38988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0" name="Google Shape;1590;p26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591" name="Google Shape;1591;p26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592" name="Google Shape;1592;p26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93" name="Google Shape;1593;p26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594" name="Google Shape;1594;p26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26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6" name="Google Shape;1596;p26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7" name="Google Shape;1597;p26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9" name="Google Shape;1599;p26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0" name="Google Shape;1600;p26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1" name="Google Shape;1601;p26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26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26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4" name="Google Shape;1604;p26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26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6" name="Google Shape;1606;p26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7" name="Google Shape;1607;p26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26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26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26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26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2" name="Google Shape;1612;p26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3" name="Google Shape;1613;p26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4" name="Google Shape;1614;p26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5" name="Google Shape;1615;p26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6" name="Google Shape;1616;p26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26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8" name="Google Shape;1618;p26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619" name="Google Shape;1619;p26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20" name="Google Shape;1620;p26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621" name="Google Shape;1621;p26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2" name="Google Shape;1622;p26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3" name="Google Shape;1623;p26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4" name="Google Shape;1624;p26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26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26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26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8" name="Google Shape;1628;p26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9" name="Google Shape;1629;p26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0" name="Google Shape;1630;p26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1" name="Google Shape;1631;p26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2" name="Google Shape;1632;p26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3" name="Google Shape;1633;p26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4" name="Google Shape;1634;p26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5" name="Google Shape;1635;p26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6" name="Google Shape;1636;p26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7" name="Google Shape;1637;p26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8" name="Google Shape;1638;p26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9" name="Google Shape;1639;p26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0" name="Google Shape;1640;p26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1" name="Google Shape;1641;p26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2" name="Google Shape;1642;p26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3" name="Google Shape;1643;p26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4" name="Google Shape;1644;p26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45" name="Google Shape;1645;p26"/>
          <p:cNvGrpSpPr/>
          <p:nvPr/>
        </p:nvGrpSpPr>
        <p:grpSpPr>
          <a:xfrm>
            <a:off x="5404717" y="3902816"/>
            <a:ext cx="3772813" cy="952550"/>
            <a:chOff x="5404628" y="897685"/>
            <a:chExt cx="2218649" cy="560192"/>
          </a:xfrm>
        </p:grpSpPr>
        <p:sp>
          <p:nvSpPr>
            <p:cNvPr id="1646" name="Google Shape;1646;p26"/>
            <p:cNvSpPr/>
            <p:nvPr/>
          </p:nvSpPr>
          <p:spPr>
            <a:xfrm>
              <a:off x="5404628" y="897685"/>
              <a:ext cx="2218648" cy="560192"/>
            </a:xfrm>
            <a:custGeom>
              <a:rect b="b" l="l" r="r" t="t"/>
              <a:pathLst>
                <a:path extrusionOk="0" h="560192" w="2218648">
                  <a:moveTo>
                    <a:pt x="0" y="560193"/>
                  </a:moveTo>
                  <a:lnTo>
                    <a:pt x="2218649" y="0"/>
                  </a:lnTo>
                  <a:lnTo>
                    <a:pt x="2218649" y="560193"/>
                  </a:lnTo>
                  <a:lnTo>
                    <a:pt x="0" y="5601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47" name="Google Shape;1647;p26"/>
            <p:cNvGrpSpPr/>
            <p:nvPr/>
          </p:nvGrpSpPr>
          <p:grpSpPr>
            <a:xfrm>
              <a:off x="5404628" y="897685"/>
              <a:ext cx="2218649" cy="560192"/>
              <a:chOff x="5404628" y="897685"/>
              <a:chExt cx="2218649" cy="560192"/>
            </a:xfrm>
          </p:grpSpPr>
          <p:sp>
            <p:nvSpPr>
              <p:cNvPr id="1648" name="Google Shape;1648;p26"/>
              <p:cNvSpPr/>
              <p:nvPr/>
            </p:nvSpPr>
            <p:spPr>
              <a:xfrm>
                <a:off x="5404628" y="897685"/>
                <a:ext cx="2218648" cy="560192"/>
              </a:xfrm>
              <a:custGeom>
                <a:rect b="b" l="l" r="r" t="t"/>
                <a:pathLst>
                  <a:path extrusionOk="0" h="560192" w="2218648">
                    <a:moveTo>
                      <a:pt x="2218649" y="0"/>
                    </a:moveTo>
                    <a:lnTo>
                      <a:pt x="2218649" y="81362"/>
                    </a:lnTo>
                    <a:lnTo>
                      <a:pt x="322334" y="560193"/>
                    </a:lnTo>
                    <a:lnTo>
                      <a:pt x="0" y="560193"/>
                    </a:lnTo>
                    <a:lnTo>
                      <a:pt x="22186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6"/>
              <p:cNvSpPr/>
              <p:nvPr/>
            </p:nvSpPr>
            <p:spPr>
              <a:xfrm>
                <a:off x="6032336" y="1056148"/>
                <a:ext cx="1590941" cy="401729"/>
              </a:xfrm>
              <a:custGeom>
                <a:rect b="b" l="l" r="r" t="t"/>
                <a:pathLst>
                  <a:path extrusionOk="0" h="401729" w="1590941">
                    <a:moveTo>
                      <a:pt x="1590941" y="0"/>
                    </a:moveTo>
                    <a:lnTo>
                      <a:pt x="1590941" y="81444"/>
                    </a:lnTo>
                    <a:lnTo>
                      <a:pt x="322334" y="401730"/>
                    </a:lnTo>
                    <a:lnTo>
                      <a:pt x="0" y="401730"/>
                    </a:lnTo>
                    <a:lnTo>
                      <a:pt x="15909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6"/>
              <p:cNvSpPr/>
              <p:nvPr/>
            </p:nvSpPr>
            <p:spPr>
              <a:xfrm>
                <a:off x="6660125" y="1214693"/>
                <a:ext cx="963151" cy="243184"/>
              </a:xfrm>
              <a:custGeom>
                <a:rect b="b" l="l" r="r" t="t"/>
                <a:pathLst>
                  <a:path extrusionOk="0" h="243184" w="963151">
                    <a:moveTo>
                      <a:pt x="963152" y="0"/>
                    </a:moveTo>
                    <a:lnTo>
                      <a:pt x="963152" y="81362"/>
                    </a:lnTo>
                    <a:lnTo>
                      <a:pt x="322252" y="243184"/>
                    </a:lnTo>
                    <a:lnTo>
                      <a:pt x="0" y="243184"/>
                    </a:lnTo>
                    <a:lnTo>
                      <a:pt x="9631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6"/>
              <p:cNvSpPr/>
              <p:nvPr/>
            </p:nvSpPr>
            <p:spPr>
              <a:xfrm>
                <a:off x="7287833" y="1373156"/>
                <a:ext cx="335443" cy="84721"/>
              </a:xfrm>
              <a:custGeom>
                <a:rect b="b" l="l" r="r" t="t"/>
                <a:pathLst>
                  <a:path extrusionOk="0" h="84721" w="335443">
                    <a:moveTo>
                      <a:pt x="335444" y="0"/>
                    </a:moveTo>
                    <a:lnTo>
                      <a:pt x="335444" y="81362"/>
                    </a:lnTo>
                    <a:lnTo>
                      <a:pt x="322416" y="84721"/>
                    </a:lnTo>
                    <a:lnTo>
                      <a:pt x="0" y="84721"/>
                    </a:lnTo>
                    <a:lnTo>
                      <a:pt x="3354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2" name="Google Shape;165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27"/>
          <p:cNvGrpSpPr/>
          <p:nvPr/>
        </p:nvGrpSpPr>
        <p:grpSpPr>
          <a:xfrm flipH="1" rot="7263980">
            <a:off x="6398680" y="3706758"/>
            <a:ext cx="3900732" cy="3152149"/>
            <a:chOff x="4319714" y="2671490"/>
            <a:chExt cx="2340304" cy="1891180"/>
          </a:xfrm>
        </p:grpSpPr>
        <p:sp>
          <p:nvSpPr>
            <p:cNvPr id="1655" name="Google Shape;1655;p27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27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27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27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27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27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27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27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5" name="Google Shape;1675;p27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676" name="Google Shape;1676;p27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677" name="Google Shape;1677;p27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78" name="Google Shape;1678;p27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679" name="Google Shape;1679;p27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0" name="Google Shape;1680;p27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1" name="Google Shape;1681;p27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2" name="Google Shape;1682;p27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3" name="Google Shape;1683;p27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4" name="Google Shape;1684;p27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5" name="Google Shape;1685;p27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6" name="Google Shape;1686;p27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7" name="Google Shape;1687;p27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8" name="Google Shape;1688;p27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9" name="Google Shape;1689;p27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0" name="Google Shape;1690;p27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1" name="Google Shape;1691;p27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2" name="Google Shape;1692;p27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3" name="Google Shape;1693;p27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4" name="Google Shape;1694;p27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5" name="Google Shape;1695;p27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6" name="Google Shape;1696;p27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7" name="Google Shape;1697;p27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8" name="Google Shape;1698;p27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9" name="Google Shape;1699;p27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0" name="Google Shape;1700;p27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1" name="Google Shape;1701;p27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2" name="Google Shape;1702;p27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03" name="Google Shape;1703;p27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704" name="Google Shape;1704;p27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05" name="Google Shape;1705;p27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706" name="Google Shape;1706;p27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7" name="Google Shape;1707;p27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8" name="Google Shape;1708;p27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9" name="Google Shape;1709;p27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0" name="Google Shape;1710;p27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1" name="Google Shape;1711;p27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2" name="Google Shape;1712;p27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3" name="Google Shape;1713;p27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4" name="Google Shape;1714;p27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5" name="Google Shape;1715;p27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6" name="Google Shape;1716;p27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7" name="Google Shape;1717;p27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8" name="Google Shape;1718;p27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9" name="Google Shape;1719;p27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0" name="Google Shape;1720;p27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1" name="Google Shape;1721;p27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2" name="Google Shape;1722;p27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3" name="Google Shape;1723;p27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4" name="Google Shape;1724;p27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5" name="Google Shape;1725;p27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6" name="Google Shape;1726;p27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7" name="Google Shape;1727;p27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8" name="Google Shape;1728;p27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9" name="Google Shape;1729;p27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730" name="Google Shape;173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2" name="Google Shape;1732;p28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733" name="Google Shape;1733;p28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734" name="Google Shape;1734;p28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35" name="Google Shape;1735;p28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736" name="Google Shape;1736;p28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7" name="Google Shape;1737;p28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8" name="Google Shape;1738;p28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9" name="Google Shape;1739;p28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0" name="Google Shape;1740;p28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1" name="Google Shape;1741;p28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2" name="Google Shape;1742;p28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3" name="Google Shape;1743;p28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4" name="Google Shape;1744;p28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5" name="Google Shape;1745;p28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6" name="Google Shape;1746;p28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28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8" name="Google Shape;1748;p28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9" name="Google Shape;1749;p28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28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1" name="Google Shape;1751;p28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2" name="Google Shape;1752;p28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8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4" name="Google Shape;1754;p28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5" name="Google Shape;1755;p28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6" name="Google Shape;1756;p28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7" name="Google Shape;1757;p28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8" name="Google Shape;1758;p28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9" name="Google Shape;1759;p28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60" name="Google Shape;1760;p28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761" name="Google Shape;1761;p28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62" name="Google Shape;1762;p28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763" name="Google Shape;1763;p28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4" name="Google Shape;1764;p28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5" name="Google Shape;1765;p28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6" name="Google Shape;1766;p28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7" name="Google Shape;1767;p28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8" name="Google Shape;1768;p28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9" name="Google Shape;1769;p28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0" name="Google Shape;1770;p28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1" name="Google Shape;1771;p28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2" name="Google Shape;1772;p28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3" name="Google Shape;1773;p28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4" name="Google Shape;1774;p28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5" name="Google Shape;1775;p28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6" name="Google Shape;1776;p28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28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8" name="Google Shape;1778;p28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28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28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1" name="Google Shape;1781;p28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2" name="Google Shape;1782;p28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3" name="Google Shape;1783;p28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4" name="Google Shape;1784;p28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5" name="Google Shape;1785;p28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6" name="Google Shape;1786;p28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787" name="Google Shape;1787;p28"/>
          <p:cNvGrpSpPr/>
          <p:nvPr/>
        </p:nvGrpSpPr>
        <p:grpSpPr>
          <a:xfrm flipH="1">
            <a:off x="6957097" y="-1502290"/>
            <a:ext cx="3900819" cy="3152219"/>
            <a:chOff x="4319714" y="2671490"/>
            <a:chExt cx="2340304" cy="1891180"/>
          </a:xfrm>
        </p:grpSpPr>
        <p:sp>
          <p:nvSpPr>
            <p:cNvPr id="1788" name="Google Shape;1788;p28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28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28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28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28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28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28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28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28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28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28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28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28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28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28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28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28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28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28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28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8" name="Google Shape;180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0" name="Google Shape;1810;p29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811" name="Google Shape;1811;p29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812" name="Google Shape;1812;p29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13" name="Google Shape;1813;p29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814" name="Google Shape;1814;p29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5" name="Google Shape;1815;p29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6" name="Google Shape;1816;p29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7" name="Google Shape;1817;p29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8" name="Google Shape;1818;p29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9" name="Google Shape;1819;p29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0" name="Google Shape;1820;p29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1" name="Google Shape;1821;p29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2" name="Google Shape;1822;p29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3" name="Google Shape;1823;p29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4" name="Google Shape;1824;p29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5" name="Google Shape;1825;p29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6" name="Google Shape;1826;p29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7" name="Google Shape;1827;p29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8" name="Google Shape;1828;p29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9" name="Google Shape;1829;p29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0" name="Google Shape;1830;p29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1" name="Google Shape;1831;p29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2" name="Google Shape;1832;p29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3" name="Google Shape;1833;p29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4" name="Google Shape;1834;p29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5" name="Google Shape;1835;p29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6" name="Google Shape;1836;p29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7" name="Google Shape;1837;p29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38" name="Google Shape;1838;p29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839" name="Google Shape;1839;p29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40" name="Google Shape;1840;p29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841" name="Google Shape;1841;p29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2" name="Google Shape;1842;p29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3" name="Google Shape;1843;p29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4" name="Google Shape;1844;p29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5" name="Google Shape;1845;p29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6" name="Google Shape;1846;p29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7" name="Google Shape;1847;p29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8" name="Google Shape;1848;p29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9" name="Google Shape;1849;p29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0" name="Google Shape;1850;p29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1" name="Google Shape;1851;p29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2" name="Google Shape;1852;p29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3" name="Google Shape;1853;p29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4" name="Google Shape;1854;p29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5" name="Google Shape;1855;p29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6" name="Google Shape;1856;p29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29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8" name="Google Shape;1858;p29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9" name="Google Shape;1859;p29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0" name="Google Shape;1860;p29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1" name="Google Shape;1861;p29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2" name="Google Shape;1862;p29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3" name="Google Shape;1863;p29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29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65" name="Google Shape;1865;p29"/>
          <p:cNvSpPr txBox="1"/>
          <p:nvPr>
            <p:ph type="title"/>
          </p:nvPr>
        </p:nvSpPr>
        <p:spPr>
          <a:xfrm>
            <a:off x="713225" y="6846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6" name="Google Shape;1866;p29"/>
          <p:cNvSpPr txBox="1"/>
          <p:nvPr>
            <p:ph idx="1" type="subTitle"/>
          </p:nvPr>
        </p:nvSpPr>
        <p:spPr>
          <a:xfrm>
            <a:off x="713225" y="1703513"/>
            <a:ext cx="4448100" cy="12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7" name="Google Shape;1867;p29"/>
          <p:cNvSpPr txBox="1"/>
          <p:nvPr/>
        </p:nvSpPr>
        <p:spPr>
          <a:xfrm>
            <a:off x="713225" y="3460875"/>
            <a:ext cx="36252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9" name="Google Shape;1869;p30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870" name="Google Shape;1870;p30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871" name="Google Shape;1871;p30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2" name="Google Shape;1872;p30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873" name="Google Shape;1873;p30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4" name="Google Shape;1874;p30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5" name="Google Shape;1875;p30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6" name="Google Shape;1876;p30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7" name="Google Shape;1877;p30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8" name="Google Shape;1878;p30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30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30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30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2" name="Google Shape;1882;p30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3" name="Google Shape;1883;p30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4" name="Google Shape;1884;p30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5" name="Google Shape;1885;p30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6" name="Google Shape;1886;p30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30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30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9" name="Google Shape;1889;p30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0" name="Google Shape;1890;p30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1" name="Google Shape;1891;p30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2" name="Google Shape;1892;p30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3" name="Google Shape;1893;p30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4" name="Google Shape;1894;p30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5" name="Google Shape;1895;p30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6" name="Google Shape;1896;p30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7" name="Google Shape;1897;p30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898" name="Google Shape;1898;p30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99" name="Google Shape;1899;p30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900" name="Google Shape;1900;p30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1" name="Google Shape;1901;p30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2" name="Google Shape;1902;p30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30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30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30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6" name="Google Shape;1906;p30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7" name="Google Shape;1907;p30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8" name="Google Shape;1908;p30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9" name="Google Shape;1909;p30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0" name="Google Shape;1910;p30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1" name="Google Shape;1911;p30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2" name="Google Shape;1912;p30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3" name="Google Shape;1913;p30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4" name="Google Shape;1914;p30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5" name="Google Shape;1915;p30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6" name="Google Shape;1916;p30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7" name="Google Shape;1917;p30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8" name="Google Shape;1918;p30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9" name="Google Shape;1919;p30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0" name="Google Shape;1920;p30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1" name="Google Shape;1921;p30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2" name="Google Shape;1922;p30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3" name="Google Shape;1923;p30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924" name="Google Shape;1924;p30"/>
          <p:cNvGrpSpPr/>
          <p:nvPr/>
        </p:nvGrpSpPr>
        <p:grpSpPr>
          <a:xfrm>
            <a:off x="0" y="1"/>
            <a:ext cx="1408244" cy="1408069"/>
            <a:chOff x="0" y="1"/>
            <a:chExt cx="1408244" cy="1408069"/>
          </a:xfrm>
        </p:grpSpPr>
        <p:sp>
          <p:nvSpPr>
            <p:cNvPr id="1925" name="Google Shape;1925;p30"/>
            <p:cNvSpPr/>
            <p:nvPr/>
          </p:nvSpPr>
          <p:spPr>
            <a:xfrm>
              <a:off x="0" y="1"/>
              <a:ext cx="1408244" cy="1408069"/>
            </a:xfrm>
            <a:custGeom>
              <a:rect b="b" l="l" r="r" t="t"/>
              <a:pathLst>
                <a:path extrusionOk="0" h="715664" w="715753">
                  <a:moveTo>
                    <a:pt x="0" y="0"/>
                  </a:moveTo>
                  <a:lnTo>
                    <a:pt x="0" y="715664"/>
                  </a:lnTo>
                  <a:lnTo>
                    <a:pt x="715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26" name="Google Shape;1926;p30"/>
            <p:cNvGrpSpPr/>
            <p:nvPr/>
          </p:nvGrpSpPr>
          <p:grpSpPr>
            <a:xfrm flipH="1" rot="5400000">
              <a:off x="127470" y="161825"/>
              <a:ext cx="736529" cy="682221"/>
              <a:chOff x="7817623" y="6303996"/>
              <a:chExt cx="321530" cy="297835"/>
            </a:xfrm>
          </p:grpSpPr>
          <p:sp>
            <p:nvSpPr>
              <p:cNvPr id="1927" name="Google Shape;1927;p30"/>
              <p:cNvSpPr/>
              <p:nvPr/>
            </p:nvSpPr>
            <p:spPr>
              <a:xfrm>
                <a:off x="8073882" y="6303996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30"/>
              <p:cNvSpPr/>
              <p:nvPr/>
            </p:nvSpPr>
            <p:spPr>
              <a:xfrm>
                <a:off x="7817623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24946" y="23694"/>
                    </a:lnTo>
                    <a:lnTo>
                      <a:pt x="0" y="23694"/>
                    </a:lnTo>
                    <a:lnTo>
                      <a:pt x="20207" y="38358"/>
                    </a:lnTo>
                    <a:lnTo>
                      <a:pt x="12518" y="62053"/>
                    </a:lnTo>
                    <a:lnTo>
                      <a:pt x="32636" y="47389"/>
                    </a:lnTo>
                    <a:lnTo>
                      <a:pt x="52843" y="62053"/>
                    </a:lnTo>
                    <a:lnTo>
                      <a:pt x="45154" y="38358"/>
                    </a:lnTo>
                    <a:lnTo>
                      <a:pt x="65272" y="23694"/>
                    </a:lnTo>
                    <a:lnTo>
                      <a:pt x="40325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30"/>
              <p:cNvSpPr/>
              <p:nvPr/>
            </p:nvSpPr>
            <p:spPr>
              <a:xfrm>
                <a:off x="8073882" y="6539779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4"/>
                    </a:lnTo>
                    <a:lnTo>
                      <a:pt x="65272" y="23694"/>
                    </a:lnTo>
                    <a:lnTo>
                      <a:pt x="45154" y="38358"/>
                    </a:lnTo>
                    <a:lnTo>
                      <a:pt x="52843" y="62053"/>
                    </a:lnTo>
                    <a:lnTo>
                      <a:pt x="32636" y="47389"/>
                    </a:lnTo>
                    <a:lnTo>
                      <a:pt x="12518" y="62053"/>
                    </a:lnTo>
                    <a:lnTo>
                      <a:pt x="20207" y="38358"/>
                    </a:lnTo>
                    <a:lnTo>
                      <a:pt x="0" y="23694"/>
                    </a:lnTo>
                    <a:lnTo>
                      <a:pt x="24946" y="23694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30"/>
              <p:cNvSpPr/>
              <p:nvPr/>
            </p:nvSpPr>
            <p:spPr>
              <a:xfrm>
                <a:off x="7945753" y="6433913"/>
                <a:ext cx="65271" cy="62052"/>
              </a:xfrm>
              <a:custGeom>
                <a:rect b="b" l="l" r="r" t="t"/>
                <a:pathLst>
                  <a:path extrusionOk="0" h="62052" w="65271">
                    <a:moveTo>
                      <a:pt x="32636" y="0"/>
                    </a:moveTo>
                    <a:lnTo>
                      <a:pt x="40325" y="23695"/>
                    </a:lnTo>
                    <a:lnTo>
                      <a:pt x="65272" y="23695"/>
                    </a:lnTo>
                    <a:lnTo>
                      <a:pt x="45154" y="38359"/>
                    </a:lnTo>
                    <a:lnTo>
                      <a:pt x="52843" y="62053"/>
                    </a:lnTo>
                    <a:lnTo>
                      <a:pt x="32636" y="47478"/>
                    </a:lnTo>
                    <a:lnTo>
                      <a:pt x="12518" y="62053"/>
                    </a:lnTo>
                    <a:lnTo>
                      <a:pt x="20207" y="38359"/>
                    </a:lnTo>
                    <a:lnTo>
                      <a:pt x="0" y="23695"/>
                    </a:lnTo>
                    <a:lnTo>
                      <a:pt x="24946" y="23695"/>
                    </a:lnTo>
                    <a:lnTo>
                      <a:pt x="326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31" name="Google Shape;1931;p30"/>
          <p:cNvGrpSpPr/>
          <p:nvPr/>
        </p:nvGrpSpPr>
        <p:grpSpPr>
          <a:xfrm>
            <a:off x="5217139" y="1217762"/>
            <a:ext cx="3926375" cy="3926312"/>
            <a:chOff x="4894217" y="894570"/>
            <a:chExt cx="4249783" cy="4249255"/>
          </a:xfrm>
        </p:grpSpPr>
        <p:sp>
          <p:nvSpPr>
            <p:cNvPr id="1932" name="Google Shape;1932;p30"/>
            <p:cNvSpPr/>
            <p:nvPr/>
          </p:nvSpPr>
          <p:spPr>
            <a:xfrm rot="10800000">
              <a:off x="4894217" y="894570"/>
              <a:ext cx="4249783" cy="4249255"/>
            </a:xfrm>
            <a:custGeom>
              <a:rect b="b" l="l" r="r" t="t"/>
              <a:pathLst>
                <a:path extrusionOk="0" h="715664" w="715753">
                  <a:moveTo>
                    <a:pt x="0" y="0"/>
                  </a:moveTo>
                  <a:lnTo>
                    <a:pt x="0" y="715664"/>
                  </a:lnTo>
                  <a:lnTo>
                    <a:pt x="715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0"/>
            <p:cNvSpPr/>
            <p:nvPr/>
          </p:nvSpPr>
          <p:spPr>
            <a:xfrm rot="10800000">
              <a:off x="5429241" y="1429527"/>
              <a:ext cx="3714758" cy="3714296"/>
            </a:xfrm>
            <a:custGeom>
              <a:rect b="b" l="l" r="r" t="t"/>
              <a:pathLst>
                <a:path extrusionOk="0" h="715664" w="715753">
                  <a:moveTo>
                    <a:pt x="0" y="0"/>
                  </a:moveTo>
                  <a:lnTo>
                    <a:pt x="0" y="715664"/>
                  </a:lnTo>
                  <a:lnTo>
                    <a:pt x="715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4" name="Google Shape;1934;p30"/>
            <p:cNvGrpSpPr/>
            <p:nvPr/>
          </p:nvGrpSpPr>
          <p:grpSpPr>
            <a:xfrm>
              <a:off x="6034115" y="2083722"/>
              <a:ext cx="3109735" cy="2841880"/>
              <a:chOff x="6034115" y="2083722"/>
              <a:chExt cx="3109735" cy="2841880"/>
            </a:xfrm>
          </p:grpSpPr>
          <p:grpSp>
            <p:nvGrpSpPr>
              <p:cNvPr id="1935" name="Google Shape;1935;p30"/>
              <p:cNvGrpSpPr/>
              <p:nvPr/>
            </p:nvGrpSpPr>
            <p:grpSpPr>
              <a:xfrm>
                <a:off x="8157845" y="2538904"/>
                <a:ext cx="986004" cy="986447"/>
                <a:chOff x="5949629" y="2106577"/>
                <a:chExt cx="198140" cy="198229"/>
              </a:xfrm>
            </p:grpSpPr>
            <p:sp>
              <p:nvSpPr>
                <p:cNvPr id="1936" name="Google Shape;1936;p30"/>
                <p:cNvSpPr/>
                <p:nvPr/>
              </p:nvSpPr>
              <p:spPr>
                <a:xfrm>
                  <a:off x="6059608" y="2216555"/>
                  <a:ext cx="88161" cy="88250"/>
                </a:xfrm>
                <a:custGeom>
                  <a:rect b="b" l="l" r="r" t="t"/>
                  <a:pathLst>
                    <a:path extrusionOk="0" h="88250" w="88161">
                      <a:moveTo>
                        <a:pt x="0" y="88251"/>
                      </a:moveTo>
                      <a:lnTo>
                        <a:pt x="88162" y="0"/>
                      </a:lnTo>
                      <a:lnTo>
                        <a:pt x="88162" y="27450"/>
                      </a:lnTo>
                      <a:lnTo>
                        <a:pt x="27450" y="88251"/>
                      </a:lnTo>
                      <a:lnTo>
                        <a:pt x="0" y="882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7" name="Google Shape;1937;p30"/>
                <p:cNvSpPr/>
                <p:nvPr/>
              </p:nvSpPr>
              <p:spPr>
                <a:xfrm>
                  <a:off x="6004619" y="2161566"/>
                  <a:ext cx="143150" cy="143240"/>
                </a:xfrm>
                <a:custGeom>
                  <a:rect b="b" l="l" r="r" t="t"/>
                  <a:pathLst>
                    <a:path extrusionOk="0" h="143240" w="143150">
                      <a:moveTo>
                        <a:pt x="0" y="143240"/>
                      </a:moveTo>
                      <a:lnTo>
                        <a:pt x="143151" y="0"/>
                      </a:lnTo>
                      <a:lnTo>
                        <a:pt x="143151" y="27450"/>
                      </a:lnTo>
                      <a:lnTo>
                        <a:pt x="27450" y="143240"/>
                      </a:lnTo>
                      <a:lnTo>
                        <a:pt x="0" y="14324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8" name="Google Shape;1938;p30"/>
                <p:cNvSpPr/>
                <p:nvPr/>
              </p:nvSpPr>
              <p:spPr>
                <a:xfrm>
                  <a:off x="5949629" y="2106577"/>
                  <a:ext cx="198139" cy="198229"/>
                </a:xfrm>
                <a:custGeom>
                  <a:rect b="b" l="l" r="r" t="t"/>
                  <a:pathLst>
                    <a:path extrusionOk="0" h="198229" w="198139">
                      <a:moveTo>
                        <a:pt x="0" y="198229"/>
                      </a:moveTo>
                      <a:lnTo>
                        <a:pt x="198140" y="0"/>
                      </a:lnTo>
                      <a:lnTo>
                        <a:pt x="198140" y="27450"/>
                      </a:lnTo>
                      <a:lnTo>
                        <a:pt x="27450" y="198229"/>
                      </a:lnTo>
                      <a:lnTo>
                        <a:pt x="0" y="19822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39" name="Google Shape;1939;p30"/>
              <p:cNvGrpSpPr/>
              <p:nvPr/>
            </p:nvGrpSpPr>
            <p:grpSpPr>
              <a:xfrm>
                <a:off x="6034115" y="2083722"/>
                <a:ext cx="2841875" cy="2841880"/>
                <a:chOff x="5522860" y="2015107"/>
                <a:chExt cx="571082" cy="571083"/>
              </a:xfrm>
            </p:grpSpPr>
            <p:sp>
              <p:nvSpPr>
                <p:cNvPr id="1940" name="Google Shape;1940;p30"/>
                <p:cNvSpPr/>
                <p:nvPr/>
              </p:nvSpPr>
              <p:spPr>
                <a:xfrm>
                  <a:off x="5522860" y="2547832"/>
                  <a:ext cx="38447" cy="38358"/>
                </a:xfrm>
                <a:custGeom>
                  <a:rect b="b" l="l" r="r" t="t"/>
                  <a:pathLst>
                    <a:path extrusionOk="0" h="38358" w="38447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370"/>
                      </a:lnTo>
                      <a:lnTo>
                        <a:pt x="23694" y="23694"/>
                      </a:lnTo>
                      <a:lnTo>
                        <a:pt x="21370" y="38358"/>
                      </a:lnTo>
                      <a:lnTo>
                        <a:pt x="14664" y="25125"/>
                      </a:lnTo>
                      <a:lnTo>
                        <a:pt x="0" y="27450"/>
                      </a:lnTo>
                      <a:lnTo>
                        <a:pt x="1046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1" name="Google Shape;1941;p30"/>
                <p:cNvSpPr/>
                <p:nvPr/>
              </p:nvSpPr>
              <p:spPr>
                <a:xfrm>
                  <a:off x="5560860" y="2509741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845" y="3755"/>
                      </a:moveTo>
                      <a:lnTo>
                        <a:pt x="17078" y="1055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753" y="25215"/>
                      </a:lnTo>
                      <a:lnTo>
                        <a:pt x="0" y="27539"/>
                      </a:lnTo>
                      <a:lnTo>
                        <a:pt x="10551" y="16988"/>
                      </a:lnTo>
                      <a:lnTo>
                        <a:pt x="384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2" name="Google Shape;1942;p30"/>
                <p:cNvSpPr/>
                <p:nvPr/>
              </p:nvSpPr>
              <p:spPr>
                <a:xfrm>
                  <a:off x="5598951" y="2471741"/>
                  <a:ext cx="38447" cy="38358"/>
                </a:xfrm>
                <a:custGeom>
                  <a:rect b="b" l="l" r="r" t="t"/>
                  <a:pathLst>
                    <a:path extrusionOk="0" h="38358" w="38447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370"/>
                      </a:lnTo>
                      <a:lnTo>
                        <a:pt x="23784" y="23694"/>
                      </a:lnTo>
                      <a:lnTo>
                        <a:pt x="21459" y="38358"/>
                      </a:lnTo>
                      <a:lnTo>
                        <a:pt x="14664" y="25125"/>
                      </a:lnTo>
                      <a:lnTo>
                        <a:pt x="0" y="27450"/>
                      </a:lnTo>
                      <a:lnTo>
                        <a:pt x="1046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3" name="Google Shape;1943;p30"/>
                <p:cNvSpPr/>
                <p:nvPr/>
              </p:nvSpPr>
              <p:spPr>
                <a:xfrm>
                  <a:off x="5637041" y="2433651"/>
                  <a:ext cx="38358" cy="38447"/>
                </a:xfrm>
                <a:custGeom>
                  <a:rect b="b" l="l" r="r" t="t"/>
                  <a:pathLst>
                    <a:path extrusionOk="0" h="38447" w="38358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450" y="0"/>
                      </a:lnTo>
                      <a:lnTo>
                        <a:pt x="25125" y="14664"/>
                      </a:lnTo>
                      <a:lnTo>
                        <a:pt x="38358" y="21459"/>
                      </a:lnTo>
                      <a:lnTo>
                        <a:pt x="23694" y="23784"/>
                      </a:lnTo>
                      <a:lnTo>
                        <a:pt x="21370" y="38448"/>
                      </a:lnTo>
                      <a:lnTo>
                        <a:pt x="14664" y="25215"/>
                      </a:lnTo>
                      <a:lnTo>
                        <a:pt x="0" y="27539"/>
                      </a:lnTo>
                      <a:lnTo>
                        <a:pt x="1046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30"/>
                <p:cNvSpPr/>
                <p:nvPr/>
              </p:nvSpPr>
              <p:spPr>
                <a:xfrm>
                  <a:off x="5675041" y="2395561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755" y="3755"/>
                      </a:moveTo>
                      <a:lnTo>
                        <a:pt x="16988" y="10551"/>
                      </a:lnTo>
                      <a:lnTo>
                        <a:pt x="27539" y="0"/>
                      </a:lnTo>
                      <a:lnTo>
                        <a:pt x="25214" y="14753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664" y="25214"/>
                      </a:lnTo>
                      <a:lnTo>
                        <a:pt x="0" y="27539"/>
                      </a:lnTo>
                      <a:lnTo>
                        <a:pt x="10551" y="1707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30"/>
                <p:cNvSpPr/>
                <p:nvPr/>
              </p:nvSpPr>
              <p:spPr>
                <a:xfrm>
                  <a:off x="5713131" y="2357560"/>
                  <a:ext cx="38358" cy="38447"/>
                </a:xfrm>
                <a:custGeom>
                  <a:rect b="b" l="l" r="r" t="t"/>
                  <a:pathLst>
                    <a:path extrusionOk="0" h="38447" w="38358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450" y="0"/>
                      </a:lnTo>
                      <a:lnTo>
                        <a:pt x="25125" y="14664"/>
                      </a:lnTo>
                      <a:lnTo>
                        <a:pt x="38358" y="21370"/>
                      </a:lnTo>
                      <a:lnTo>
                        <a:pt x="23694" y="23694"/>
                      </a:lnTo>
                      <a:lnTo>
                        <a:pt x="21370" y="38448"/>
                      </a:lnTo>
                      <a:lnTo>
                        <a:pt x="14664" y="25125"/>
                      </a:lnTo>
                      <a:lnTo>
                        <a:pt x="0" y="27450"/>
                      </a:lnTo>
                      <a:lnTo>
                        <a:pt x="1046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6" name="Google Shape;1946;p30"/>
                <p:cNvSpPr/>
                <p:nvPr/>
              </p:nvSpPr>
              <p:spPr>
                <a:xfrm>
                  <a:off x="5751132" y="2319470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755" y="3755"/>
                      </a:moveTo>
                      <a:lnTo>
                        <a:pt x="16988" y="1055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664" y="25215"/>
                      </a:lnTo>
                      <a:lnTo>
                        <a:pt x="0" y="27539"/>
                      </a:lnTo>
                      <a:lnTo>
                        <a:pt x="1055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7" name="Google Shape;1947;p30"/>
                <p:cNvSpPr/>
                <p:nvPr/>
              </p:nvSpPr>
              <p:spPr>
                <a:xfrm>
                  <a:off x="5789222" y="2281469"/>
                  <a:ext cx="38358" cy="38358"/>
                </a:xfrm>
                <a:custGeom>
                  <a:rect b="b" l="l" r="r" t="t"/>
                  <a:pathLst>
                    <a:path extrusionOk="0" h="38358" w="38358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450" y="0"/>
                      </a:lnTo>
                      <a:lnTo>
                        <a:pt x="25125" y="14664"/>
                      </a:lnTo>
                      <a:lnTo>
                        <a:pt x="38358" y="21370"/>
                      </a:lnTo>
                      <a:lnTo>
                        <a:pt x="23694" y="23694"/>
                      </a:lnTo>
                      <a:lnTo>
                        <a:pt x="21370" y="38358"/>
                      </a:lnTo>
                      <a:lnTo>
                        <a:pt x="14664" y="25125"/>
                      </a:lnTo>
                      <a:lnTo>
                        <a:pt x="0" y="27450"/>
                      </a:lnTo>
                      <a:lnTo>
                        <a:pt x="1046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8" name="Google Shape;1948;p30"/>
                <p:cNvSpPr/>
                <p:nvPr/>
              </p:nvSpPr>
              <p:spPr>
                <a:xfrm>
                  <a:off x="5827223" y="2243379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755" y="3755"/>
                      </a:moveTo>
                      <a:lnTo>
                        <a:pt x="16988" y="1055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664" y="25215"/>
                      </a:lnTo>
                      <a:lnTo>
                        <a:pt x="0" y="27539"/>
                      </a:lnTo>
                      <a:lnTo>
                        <a:pt x="10551" y="16989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9" name="Google Shape;1949;p30"/>
                <p:cNvSpPr/>
                <p:nvPr/>
              </p:nvSpPr>
              <p:spPr>
                <a:xfrm>
                  <a:off x="5865313" y="2205378"/>
                  <a:ext cx="38358" cy="38358"/>
                </a:xfrm>
                <a:custGeom>
                  <a:rect b="b" l="l" r="r" t="t"/>
                  <a:pathLst>
                    <a:path extrusionOk="0" h="38358" w="38358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450" y="0"/>
                      </a:lnTo>
                      <a:lnTo>
                        <a:pt x="25125" y="14664"/>
                      </a:lnTo>
                      <a:lnTo>
                        <a:pt x="38358" y="21370"/>
                      </a:lnTo>
                      <a:lnTo>
                        <a:pt x="23694" y="23695"/>
                      </a:lnTo>
                      <a:lnTo>
                        <a:pt x="21370" y="38358"/>
                      </a:lnTo>
                      <a:lnTo>
                        <a:pt x="14664" y="25125"/>
                      </a:lnTo>
                      <a:lnTo>
                        <a:pt x="0" y="27450"/>
                      </a:lnTo>
                      <a:lnTo>
                        <a:pt x="10461" y="16989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0" name="Google Shape;1950;p30"/>
                <p:cNvSpPr/>
                <p:nvPr/>
              </p:nvSpPr>
              <p:spPr>
                <a:xfrm>
                  <a:off x="5903313" y="2167288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755" y="3755"/>
                      </a:moveTo>
                      <a:lnTo>
                        <a:pt x="16988" y="10551"/>
                      </a:lnTo>
                      <a:lnTo>
                        <a:pt x="27539" y="0"/>
                      </a:lnTo>
                      <a:lnTo>
                        <a:pt x="25214" y="14664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664" y="25215"/>
                      </a:lnTo>
                      <a:lnTo>
                        <a:pt x="0" y="27539"/>
                      </a:lnTo>
                      <a:lnTo>
                        <a:pt x="1055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1" name="Google Shape;1951;p30"/>
                <p:cNvSpPr/>
                <p:nvPr/>
              </p:nvSpPr>
              <p:spPr>
                <a:xfrm>
                  <a:off x="5941403" y="2129288"/>
                  <a:ext cx="38447" cy="38358"/>
                </a:xfrm>
                <a:custGeom>
                  <a:rect b="b" l="l" r="r" t="t"/>
                  <a:pathLst>
                    <a:path extrusionOk="0" h="38358" w="38447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370"/>
                      </a:lnTo>
                      <a:lnTo>
                        <a:pt x="23694" y="23694"/>
                      </a:lnTo>
                      <a:lnTo>
                        <a:pt x="21370" y="38358"/>
                      </a:lnTo>
                      <a:lnTo>
                        <a:pt x="14664" y="25125"/>
                      </a:lnTo>
                      <a:lnTo>
                        <a:pt x="0" y="27450"/>
                      </a:lnTo>
                      <a:lnTo>
                        <a:pt x="10461" y="16988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2" name="Google Shape;1952;p30"/>
                <p:cNvSpPr/>
                <p:nvPr/>
              </p:nvSpPr>
              <p:spPr>
                <a:xfrm>
                  <a:off x="5979404" y="2091198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845" y="3755"/>
                      </a:moveTo>
                      <a:lnTo>
                        <a:pt x="17078" y="10551"/>
                      </a:lnTo>
                      <a:lnTo>
                        <a:pt x="27539" y="0"/>
                      </a:lnTo>
                      <a:lnTo>
                        <a:pt x="25215" y="14664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753" y="25214"/>
                      </a:lnTo>
                      <a:lnTo>
                        <a:pt x="0" y="27539"/>
                      </a:lnTo>
                      <a:lnTo>
                        <a:pt x="10551" y="16988"/>
                      </a:lnTo>
                      <a:lnTo>
                        <a:pt x="384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3" name="Google Shape;1953;p30"/>
                <p:cNvSpPr/>
                <p:nvPr/>
              </p:nvSpPr>
              <p:spPr>
                <a:xfrm>
                  <a:off x="6017494" y="2053108"/>
                  <a:ext cx="38447" cy="38447"/>
                </a:xfrm>
                <a:custGeom>
                  <a:rect b="b" l="l" r="r" t="t"/>
                  <a:pathLst>
                    <a:path extrusionOk="0" h="38447" w="38447">
                      <a:moveTo>
                        <a:pt x="3755" y="3845"/>
                      </a:moveTo>
                      <a:lnTo>
                        <a:pt x="16988" y="10551"/>
                      </a:lnTo>
                      <a:lnTo>
                        <a:pt x="27539" y="0"/>
                      </a:lnTo>
                      <a:lnTo>
                        <a:pt x="25215" y="14753"/>
                      </a:lnTo>
                      <a:lnTo>
                        <a:pt x="38448" y="21459"/>
                      </a:lnTo>
                      <a:lnTo>
                        <a:pt x="23784" y="23784"/>
                      </a:lnTo>
                      <a:lnTo>
                        <a:pt x="21459" y="38448"/>
                      </a:lnTo>
                      <a:lnTo>
                        <a:pt x="14664" y="25215"/>
                      </a:lnTo>
                      <a:lnTo>
                        <a:pt x="0" y="27539"/>
                      </a:lnTo>
                      <a:lnTo>
                        <a:pt x="10551" y="17078"/>
                      </a:lnTo>
                      <a:lnTo>
                        <a:pt x="3755" y="38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4" name="Google Shape;1954;p30"/>
                <p:cNvSpPr/>
                <p:nvPr/>
              </p:nvSpPr>
              <p:spPr>
                <a:xfrm>
                  <a:off x="6055584" y="2015107"/>
                  <a:ext cx="38358" cy="38447"/>
                </a:xfrm>
                <a:custGeom>
                  <a:rect b="b" l="l" r="r" t="t"/>
                  <a:pathLst>
                    <a:path extrusionOk="0" h="38447" w="38358">
                      <a:moveTo>
                        <a:pt x="3755" y="3755"/>
                      </a:moveTo>
                      <a:lnTo>
                        <a:pt x="16988" y="10461"/>
                      </a:lnTo>
                      <a:lnTo>
                        <a:pt x="27450" y="0"/>
                      </a:lnTo>
                      <a:lnTo>
                        <a:pt x="25125" y="14664"/>
                      </a:lnTo>
                      <a:lnTo>
                        <a:pt x="38358" y="21370"/>
                      </a:lnTo>
                      <a:lnTo>
                        <a:pt x="23694" y="23695"/>
                      </a:lnTo>
                      <a:lnTo>
                        <a:pt x="21370" y="38448"/>
                      </a:lnTo>
                      <a:lnTo>
                        <a:pt x="14664" y="25215"/>
                      </a:lnTo>
                      <a:lnTo>
                        <a:pt x="0" y="27539"/>
                      </a:lnTo>
                      <a:lnTo>
                        <a:pt x="10461" y="16989"/>
                      </a:lnTo>
                      <a:lnTo>
                        <a:pt x="3755" y="375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6" name="Google Shape;1956;p31"/>
          <p:cNvGrpSpPr/>
          <p:nvPr/>
        </p:nvGrpSpPr>
        <p:grpSpPr>
          <a:xfrm>
            <a:off x="-16725" y="-11"/>
            <a:ext cx="9194121" cy="5148182"/>
            <a:chOff x="-16725" y="-11"/>
            <a:chExt cx="9194121" cy="5148182"/>
          </a:xfrm>
        </p:grpSpPr>
        <p:grpSp>
          <p:nvGrpSpPr>
            <p:cNvPr id="1957" name="Google Shape;1957;p31"/>
            <p:cNvGrpSpPr/>
            <p:nvPr/>
          </p:nvGrpSpPr>
          <p:grpSpPr>
            <a:xfrm>
              <a:off x="-16725" y="-11"/>
              <a:ext cx="9177396" cy="292882"/>
              <a:chOff x="-16725" y="-11"/>
              <a:chExt cx="9177396" cy="292882"/>
            </a:xfrm>
          </p:grpSpPr>
          <p:sp>
            <p:nvSpPr>
              <p:cNvPr id="1958" name="Google Shape;1958;p31"/>
              <p:cNvSpPr/>
              <p:nvPr/>
            </p:nvSpPr>
            <p:spPr>
              <a:xfrm>
                <a:off x="-16725" y="-11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9" name="Google Shape;1959;p31"/>
              <p:cNvGrpSpPr/>
              <p:nvPr/>
            </p:nvGrpSpPr>
            <p:grpSpPr>
              <a:xfrm>
                <a:off x="94401" y="532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960" name="Google Shape;1960;p31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31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2" name="Google Shape;1962;p31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3" name="Google Shape;1963;p31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4" name="Google Shape;1964;p31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5" name="Google Shape;1965;p31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31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31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31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31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0" name="Google Shape;1970;p31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1" name="Google Shape;1971;p31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2" name="Google Shape;1972;p31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3" name="Google Shape;1973;p31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4" name="Google Shape;1974;p31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31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31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31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31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9" name="Google Shape;1979;p31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0" name="Google Shape;1980;p31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1" name="Google Shape;1981;p31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2" name="Google Shape;1982;p31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31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4" name="Google Shape;1984;p31"/>
            <p:cNvGrpSpPr/>
            <p:nvPr/>
          </p:nvGrpSpPr>
          <p:grpSpPr>
            <a:xfrm>
              <a:off x="0" y="4855289"/>
              <a:ext cx="9177396" cy="292882"/>
              <a:chOff x="0" y="4855289"/>
              <a:chExt cx="9177396" cy="292882"/>
            </a:xfrm>
          </p:grpSpPr>
          <p:sp>
            <p:nvSpPr>
              <p:cNvPr id="1985" name="Google Shape;1985;p31"/>
              <p:cNvSpPr/>
              <p:nvPr/>
            </p:nvSpPr>
            <p:spPr>
              <a:xfrm>
                <a:off x="0" y="4855289"/>
                <a:ext cx="9177396" cy="292882"/>
              </a:xfrm>
              <a:custGeom>
                <a:rect b="b" l="l" r="r" t="t"/>
                <a:pathLst>
                  <a:path extrusionOk="0" h="146992" w="3796234">
                    <a:moveTo>
                      <a:pt x="0" y="0"/>
                    </a:moveTo>
                    <a:lnTo>
                      <a:pt x="3796235" y="0"/>
                    </a:lnTo>
                    <a:lnTo>
                      <a:pt x="3796235" y="146992"/>
                    </a:lnTo>
                    <a:lnTo>
                      <a:pt x="0" y="1469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86" name="Google Shape;1986;p31"/>
              <p:cNvGrpSpPr/>
              <p:nvPr/>
            </p:nvGrpSpPr>
            <p:grpSpPr>
              <a:xfrm>
                <a:off x="111126" y="4908567"/>
                <a:ext cx="8955144" cy="186325"/>
                <a:chOff x="62280" y="4894355"/>
                <a:chExt cx="8955144" cy="186325"/>
              </a:xfrm>
            </p:grpSpPr>
            <p:sp>
              <p:nvSpPr>
                <p:cNvPr id="1987" name="Google Shape;1987;p31"/>
                <p:cNvSpPr/>
                <p:nvPr/>
              </p:nvSpPr>
              <p:spPr>
                <a:xfrm>
                  <a:off x="6228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8" name="Google Shape;1988;p31"/>
                <p:cNvSpPr/>
                <p:nvPr/>
              </p:nvSpPr>
              <p:spPr>
                <a:xfrm>
                  <a:off x="44303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9" name="Google Shape;1989;p31"/>
                <p:cNvSpPr/>
                <p:nvPr/>
              </p:nvSpPr>
              <p:spPr>
                <a:xfrm>
                  <a:off x="82378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0" name="Google Shape;1990;p31"/>
                <p:cNvSpPr/>
                <p:nvPr/>
              </p:nvSpPr>
              <p:spPr>
                <a:xfrm>
                  <a:off x="1204696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31"/>
                <p:cNvSpPr/>
                <p:nvPr/>
              </p:nvSpPr>
              <p:spPr>
                <a:xfrm>
                  <a:off x="158561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31"/>
                <p:cNvSpPr/>
                <p:nvPr/>
              </p:nvSpPr>
              <p:spPr>
                <a:xfrm>
                  <a:off x="1966362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742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31"/>
                <p:cNvSpPr/>
                <p:nvPr/>
              </p:nvSpPr>
              <p:spPr>
                <a:xfrm>
                  <a:off x="234711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4" name="Google Shape;1994;p31"/>
                <p:cNvSpPr/>
                <p:nvPr/>
              </p:nvSpPr>
              <p:spPr>
                <a:xfrm>
                  <a:off x="2728028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5" name="Google Shape;1995;p31"/>
                <p:cNvSpPr/>
                <p:nvPr/>
              </p:nvSpPr>
              <p:spPr>
                <a:xfrm>
                  <a:off x="3108779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6" name="Google Shape;1996;p31"/>
                <p:cNvSpPr/>
                <p:nvPr/>
              </p:nvSpPr>
              <p:spPr>
                <a:xfrm>
                  <a:off x="3489530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7" name="Google Shape;1997;p31"/>
                <p:cNvSpPr/>
                <p:nvPr/>
              </p:nvSpPr>
              <p:spPr>
                <a:xfrm>
                  <a:off x="387044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8" name="Google Shape;1998;p31"/>
                <p:cNvSpPr/>
                <p:nvPr/>
              </p:nvSpPr>
              <p:spPr>
                <a:xfrm>
                  <a:off x="425136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9" name="Google Shape;1999;p31"/>
                <p:cNvSpPr/>
                <p:nvPr/>
              </p:nvSpPr>
              <p:spPr>
                <a:xfrm>
                  <a:off x="4632111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0" name="Google Shape;2000;p31"/>
                <p:cNvSpPr/>
                <p:nvPr/>
              </p:nvSpPr>
              <p:spPr>
                <a:xfrm>
                  <a:off x="5013025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1" name="Google Shape;2001;p31"/>
                <p:cNvSpPr/>
                <p:nvPr/>
              </p:nvSpPr>
              <p:spPr>
                <a:xfrm>
                  <a:off x="5393940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499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2" name="Google Shape;2002;p31"/>
                <p:cNvSpPr/>
                <p:nvPr/>
              </p:nvSpPr>
              <p:spPr>
                <a:xfrm>
                  <a:off x="577469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3" name="Google Shape;2003;p31"/>
                <p:cNvSpPr/>
                <p:nvPr/>
              </p:nvSpPr>
              <p:spPr>
                <a:xfrm>
                  <a:off x="6155442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4" name="Google Shape;2004;p31"/>
                <p:cNvSpPr/>
                <p:nvPr/>
              </p:nvSpPr>
              <p:spPr>
                <a:xfrm>
                  <a:off x="6536357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5" name="Google Shape;2005;p31"/>
                <p:cNvSpPr/>
                <p:nvPr/>
              </p:nvSpPr>
              <p:spPr>
                <a:xfrm>
                  <a:off x="6917271" y="489435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6" name="Google Shape;2006;p31"/>
                <p:cNvSpPr/>
                <p:nvPr/>
              </p:nvSpPr>
              <p:spPr>
                <a:xfrm>
                  <a:off x="7298023" y="489435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7" name="Google Shape;2007;p31"/>
                <p:cNvSpPr/>
                <p:nvPr/>
              </p:nvSpPr>
              <p:spPr>
                <a:xfrm>
                  <a:off x="767893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60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8" name="Google Shape;2008;p31"/>
                <p:cNvSpPr/>
                <p:nvPr/>
              </p:nvSpPr>
              <p:spPr>
                <a:xfrm>
                  <a:off x="8059852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401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559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4003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31"/>
                <p:cNvSpPr/>
                <p:nvPr/>
              </p:nvSpPr>
              <p:spPr>
                <a:xfrm>
                  <a:off x="8440766" y="4894405"/>
                  <a:ext cx="195743" cy="186275"/>
                </a:xfrm>
                <a:custGeom>
                  <a:rect b="b" l="l" r="r" t="t"/>
                  <a:pathLst>
                    <a:path extrusionOk="0" h="93488" w="98240">
                      <a:moveTo>
                        <a:pt x="49079" y="0"/>
                      </a:moveTo>
                      <a:lnTo>
                        <a:pt x="64319" y="30808"/>
                      </a:lnTo>
                      <a:lnTo>
                        <a:pt x="98241" y="35724"/>
                      </a:lnTo>
                      <a:lnTo>
                        <a:pt x="73660" y="59649"/>
                      </a:lnTo>
                      <a:lnTo>
                        <a:pt x="79477" y="93488"/>
                      </a:lnTo>
                      <a:lnTo>
                        <a:pt x="49079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0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31"/>
                <p:cNvSpPr/>
                <p:nvPr/>
              </p:nvSpPr>
              <p:spPr>
                <a:xfrm>
                  <a:off x="8821517" y="4894405"/>
                  <a:ext cx="195907" cy="186275"/>
                </a:xfrm>
                <a:custGeom>
                  <a:rect b="b" l="l" r="r" t="t"/>
                  <a:pathLst>
                    <a:path extrusionOk="0" h="93488" w="98322">
                      <a:moveTo>
                        <a:pt x="49161" y="0"/>
                      </a:moveTo>
                      <a:lnTo>
                        <a:pt x="64319" y="30808"/>
                      </a:lnTo>
                      <a:lnTo>
                        <a:pt x="98323" y="35724"/>
                      </a:lnTo>
                      <a:lnTo>
                        <a:pt x="73742" y="59649"/>
                      </a:lnTo>
                      <a:lnTo>
                        <a:pt x="79478" y="93488"/>
                      </a:lnTo>
                      <a:lnTo>
                        <a:pt x="49161" y="77511"/>
                      </a:lnTo>
                      <a:lnTo>
                        <a:pt x="18763" y="93488"/>
                      </a:lnTo>
                      <a:lnTo>
                        <a:pt x="24581" y="59649"/>
                      </a:lnTo>
                      <a:lnTo>
                        <a:pt x="0" y="35724"/>
                      </a:lnTo>
                      <a:lnTo>
                        <a:pt x="33921" y="30808"/>
                      </a:lnTo>
                      <a:lnTo>
                        <a:pt x="4916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11" name="Google Shape;2011;p31"/>
          <p:cNvGrpSpPr/>
          <p:nvPr/>
        </p:nvGrpSpPr>
        <p:grpSpPr>
          <a:xfrm flipH="1">
            <a:off x="6957097" y="-1502290"/>
            <a:ext cx="3900819" cy="3152219"/>
            <a:chOff x="4319714" y="2671490"/>
            <a:chExt cx="2340304" cy="1891180"/>
          </a:xfrm>
        </p:grpSpPr>
        <p:sp>
          <p:nvSpPr>
            <p:cNvPr id="2012" name="Google Shape;2012;p31"/>
            <p:cNvSpPr/>
            <p:nvPr/>
          </p:nvSpPr>
          <p:spPr>
            <a:xfrm>
              <a:off x="4319714" y="2672205"/>
              <a:ext cx="2340124" cy="1890376"/>
            </a:xfrm>
            <a:custGeom>
              <a:rect b="b" l="l" r="r" t="t"/>
              <a:pathLst>
                <a:path extrusionOk="0" h="1890376" w="2340124">
                  <a:moveTo>
                    <a:pt x="1395205" y="0"/>
                  </a:moveTo>
                  <a:cubicBezTo>
                    <a:pt x="1353181" y="103004"/>
                    <a:pt x="1304272" y="195189"/>
                    <a:pt x="1250803" y="258583"/>
                  </a:cubicBezTo>
                  <a:cubicBezTo>
                    <a:pt x="1250803" y="258583"/>
                    <a:pt x="1132598" y="192149"/>
                    <a:pt x="1108546" y="182314"/>
                  </a:cubicBezTo>
                  <a:cubicBezTo>
                    <a:pt x="1084405" y="172478"/>
                    <a:pt x="976393" y="133852"/>
                    <a:pt x="831275" y="266362"/>
                  </a:cubicBezTo>
                  <a:cubicBezTo>
                    <a:pt x="696530" y="389395"/>
                    <a:pt x="627324" y="537017"/>
                    <a:pt x="471208" y="687320"/>
                  </a:cubicBezTo>
                  <a:lnTo>
                    <a:pt x="0" y="1336192"/>
                  </a:lnTo>
                  <a:lnTo>
                    <a:pt x="763143" y="1890376"/>
                  </a:lnTo>
                  <a:cubicBezTo>
                    <a:pt x="780668" y="1879199"/>
                    <a:pt x="799534" y="1868559"/>
                    <a:pt x="819741" y="1858724"/>
                  </a:cubicBezTo>
                  <a:cubicBezTo>
                    <a:pt x="980238" y="1781024"/>
                    <a:pt x="1141540" y="1719239"/>
                    <a:pt x="1218167" y="1663624"/>
                  </a:cubicBezTo>
                  <a:cubicBezTo>
                    <a:pt x="1294794" y="1608009"/>
                    <a:pt x="1321797" y="1542648"/>
                    <a:pt x="1307491" y="1527537"/>
                  </a:cubicBezTo>
                  <a:cubicBezTo>
                    <a:pt x="1293632" y="1512873"/>
                    <a:pt x="1251697" y="1487390"/>
                    <a:pt x="1232026" y="1478985"/>
                  </a:cubicBezTo>
                  <a:cubicBezTo>
                    <a:pt x="1232026" y="1478985"/>
                    <a:pt x="1265914" y="1362122"/>
                    <a:pt x="1388141" y="1302841"/>
                  </a:cubicBezTo>
                  <a:cubicBezTo>
                    <a:pt x="1510370" y="1243650"/>
                    <a:pt x="1596296" y="1192505"/>
                    <a:pt x="1637784" y="1168900"/>
                  </a:cubicBezTo>
                  <a:cubicBezTo>
                    <a:pt x="1679361" y="1145295"/>
                    <a:pt x="1729521" y="1085030"/>
                    <a:pt x="1729521" y="1085030"/>
                  </a:cubicBezTo>
                  <a:cubicBezTo>
                    <a:pt x="1729521" y="1085030"/>
                    <a:pt x="1776195" y="1128486"/>
                    <a:pt x="1793631" y="1151554"/>
                  </a:cubicBezTo>
                  <a:cubicBezTo>
                    <a:pt x="1811156" y="1174533"/>
                    <a:pt x="1820634" y="1180345"/>
                    <a:pt x="1869722" y="1157098"/>
                  </a:cubicBezTo>
                  <a:cubicBezTo>
                    <a:pt x="1918809" y="1133850"/>
                    <a:pt x="2187317" y="911479"/>
                    <a:pt x="2337174" y="690539"/>
                  </a:cubicBezTo>
                  <a:lnTo>
                    <a:pt x="2340125" y="686247"/>
                  </a:lnTo>
                  <a:lnTo>
                    <a:pt x="1395026" y="0"/>
                  </a:lnTo>
                  <a:lnTo>
                    <a:pt x="13950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31"/>
            <p:cNvSpPr/>
            <p:nvPr/>
          </p:nvSpPr>
          <p:spPr>
            <a:xfrm>
              <a:off x="5706068" y="2983990"/>
              <a:ext cx="953950" cy="860074"/>
            </a:xfrm>
            <a:custGeom>
              <a:rect b="b" l="l" r="r" t="t"/>
              <a:pathLst>
                <a:path extrusionOk="0" h="860074" w="953950">
                  <a:moveTo>
                    <a:pt x="343347" y="773246"/>
                  </a:moveTo>
                  <a:cubicBezTo>
                    <a:pt x="343347" y="773246"/>
                    <a:pt x="136087" y="602646"/>
                    <a:pt x="76806" y="564555"/>
                  </a:cubicBezTo>
                  <a:cubicBezTo>
                    <a:pt x="17614" y="526465"/>
                    <a:pt x="0" y="514573"/>
                    <a:pt x="0" y="514573"/>
                  </a:cubicBezTo>
                  <a:cubicBezTo>
                    <a:pt x="0" y="514573"/>
                    <a:pt x="259477" y="323050"/>
                    <a:pt x="438304" y="0"/>
                  </a:cubicBezTo>
                  <a:lnTo>
                    <a:pt x="953951" y="374373"/>
                  </a:lnTo>
                  <a:lnTo>
                    <a:pt x="951000" y="378665"/>
                  </a:lnTo>
                  <a:cubicBezTo>
                    <a:pt x="801143" y="599606"/>
                    <a:pt x="532635" y="821976"/>
                    <a:pt x="483547" y="845224"/>
                  </a:cubicBezTo>
                  <a:cubicBezTo>
                    <a:pt x="434459" y="868471"/>
                    <a:pt x="424981" y="862749"/>
                    <a:pt x="407456" y="839680"/>
                  </a:cubicBezTo>
                  <a:cubicBezTo>
                    <a:pt x="389931" y="816701"/>
                    <a:pt x="343347" y="773157"/>
                    <a:pt x="343347" y="773157"/>
                  </a:cubicBezTo>
                  <a:lnTo>
                    <a:pt x="343347" y="773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31"/>
            <p:cNvSpPr/>
            <p:nvPr/>
          </p:nvSpPr>
          <p:spPr>
            <a:xfrm>
              <a:off x="5090715" y="2671490"/>
              <a:ext cx="695019" cy="620081"/>
            </a:xfrm>
            <a:custGeom>
              <a:rect b="b" l="l" r="r" t="t"/>
              <a:pathLst>
                <a:path extrusionOk="0" h="620081" w="695019">
                  <a:moveTo>
                    <a:pt x="694930" y="52039"/>
                  </a:moveTo>
                  <a:cubicBezTo>
                    <a:pt x="672845" y="103272"/>
                    <a:pt x="647988" y="153523"/>
                    <a:pt x="620091" y="201090"/>
                  </a:cubicBezTo>
                  <a:cubicBezTo>
                    <a:pt x="420521" y="540950"/>
                    <a:pt x="181966" y="620081"/>
                    <a:pt x="181966" y="620081"/>
                  </a:cubicBezTo>
                  <a:cubicBezTo>
                    <a:pt x="181966" y="620081"/>
                    <a:pt x="111955" y="596655"/>
                    <a:pt x="76637" y="594509"/>
                  </a:cubicBezTo>
                  <a:cubicBezTo>
                    <a:pt x="41319" y="592363"/>
                    <a:pt x="9667" y="596655"/>
                    <a:pt x="1888" y="582349"/>
                  </a:cubicBezTo>
                  <a:cubicBezTo>
                    <a:pt x="-5891" y="568043"/>
                    <a:pt x="12886" y="534960"/>
                    <a:pt x="12886" y="534960"/>
                  </a:cubicBezTo>
                  <a:cubicBezTo>
                    <a:pt x="12886" y="534960"/>
                    <a:pt x="-8305" y="576001"/>
                    <a:pt x="44627" y="581544"/>
                  </a:cubicBezTo>
                  <a:cubicBezTo>
                    <a:pt x="97560" y="587088"/>
                    <a:pt x="253407" y="514216"/>
                    <a:pt x="352209" y="413805"/>
                  </a:cubicBezTo>
                  <a:cubicBezTo>
                    <a:pt x="466211" y="298104"/>
                    <a:pt x="556161" y="154417"/>
                    <a:pt x="623400" y="0"/>
                  </a:cubicBezTo>
                  <a:lnTo>
                    <a:pt x="695020" y="51949"/>
                  </a:lnTo>
                  <a:lnTo>
                    <a:pt x="695020" y="51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5375507" y="2771901"/>
              <a:ext cx="542291" cy="597817"/>
            </a:xfrm>
            <a:custGeom>
              <a:rect b="b" l="l" r="r" t="t"/>
              <a:pathLst>
                <a:path extrusionOk="0" h="597817" w="542291">
                  <a:moveTo>
                    <a:pt x="476752" y="0"/>
                  </a:moveTo>
                  <a:cubicBezTo>
                    <a:pt x="465128" y="26377"/>
                    <a:pt x="452699" y="52396"/>
                    <a:pt x="439556" y="77789"/>
                  </a:cubicBezTo>
                  <a:cubicBezTo>
                    <a:pt x="275482" y="394581"/>
                    <a:pt x="0" y="561247"/>
                    <a:pt x="0" y="561247"/>
                  </a:cubicBezTo>
                  <a:cubicBezTo>
                    <a:pt x="0" y="561247"/>
                    <a:pt x="31831" y="569294"/>
                    <a:pt x="52843" y="578951"/>
                  </a:cubicBezTo>
                  <a:cubicBezTo>
                    <a:pt x="73945" y="588608"/>
                    <a:pt x="94063" y="597817"/>
                    <a:pt x="94063" y="597817"/>
                  </a:cubicBezTo>
                  <a:cubicBezTo>
                    <a:pt x="94063" y="597817"/>
                    <a:pt x="369009" y="414162"/>
                    <a:pt x="523783" y="88161"/>
                  </a:cubicBezTo>
                  <a:cubicBezTo>
                    <a:pt x="530131" y="74749"/>
                    <a:pt x="536301" y="61337"/>
                    <a:pt x="542292" y="47747"/>
                  </a:cubicBezTo>
                  <a:lnTo>
                    <a:pt x="476573" y="89"/>
                  </a:lnTo>
                  <a:lnTo>
                    <a:pt x="476573" y="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5539043" y="2876783"/>
              <a:ext cx="532903" cy="571798"/>
            </a:xfrm>
            <a:custGeom>
              <a:rect b="b" l="l" r="r" t="t"/>
              <a:pathLst>
                <a:path extrusionOk="0" h="571798" w="532903">
                  <a:moveTo>
                    <a:pt x="5454" y="526287"/>
                  </a:moveTo>
                  <a:cubicBezTo>
                    <a:pt x="5454" y="526287"/>
                    <a:pt x="245708" y="381974"/>
                    <a:pt x="374105" y="169081"/>
                  </a:cubicBezTo>
                  <a:cubicBezTo>
                    <a:pt x="404685" y="118383"/>
                    <a:pt x="432582" y="60175"/>
                    <a:pt x="457617" y="0"/>
                  </a:cubicBezTo>
                  <a:lnTo>
                    <a:pt x="532903" y="54632"/>
                  </a:lnTo>
                  <a:cubicBezTo>
                    <a:pt x="522979" y="74392"/>
                    <a:pt x="512517" y="94510"/>
                    <a:pt x="501430" y="114896"/>
                  </a:cubicBezTo>
                  <a:cubicBezTo>
                    <a:pt x="328952" y="432761"/>
                    <a:pt x="86195" y="571798"/>
                    <a:pt x="86195" y="571798"/>
                  </a:cubicBezTo>
                  <a:cubicBezTo>
                    <a:pt x="86195" y="571798"/>
                    <a:pt x="35229" y="547567"/>
                    <a:pt x="20833" y="540772"/>
                  </a:cubicBezTo>
                  <a:cubicBezTo>
                    <a:pt x="6438" y="534066"/>
                    <a:pt x="0" y="530400"/>
                    <a:pt x="0" y="530400"/>
                  </a:cubicBezTo>
                  <a:lnTo>
                    <a:pt x="5365" y="526287"/>
                  </a:lnTo>
                  <a:lnTo>
                    <a:pt x="5365" y="52628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5115492" y="2841733"/>
              <a:ext cx="299392" cy="391407"/>
            </a:xfrm>
            <a:custGeom>
              <a:rect b="b" l="l" r="r" t="t"/>
              <a:pathLst>
                <a:path extrusionOk="0" h="391407" w="299392">
                  <a:moveTo>
                    <a:pt x="93438" y="377324"/>
                  </a:moveTo>
                  <a:cubicBezTo>
                    <a:pt x="93438" y="377324"/>
                    <a:pt x="-268" y="409424"/>
                    <a:pt x="1" y="376699"/>
                  </a:cubicBezTo>
                  <a:cubicBezTo>
                    <a:pt x="269" y="343973"/>
                    <a:pt x="6707" y="342990"/>
                    <a:pt x="6707" y="342990"/>
                  </a:cubicBezTo>
                  <a:cubicBezTo>
                    <a:pt x="6707" y="342990"/>
                    <a:pt x="60623" y="279864"/>
                    <a:pt x="123302" y="222729"/>
                  </a:cubicBezTo>
                  <a:cubicBezTo>
                    <a:pt x="185980" y="165504"/>
                    <a:pt x="229077" y="83781"/>
                    <a:pt x="225948" y="42472"/>
                  </a:cubicBezTo>
                  <a:cubicBezTo>
                    <a:pt x="224696" y="25841"/>
                    <a:pt x="216649" y="12876"/>
                    <a:pt x="207440" y="3219"/>
                  </a:cubicBezTo>
                  <a:cubicBezTo>
                    <a:pt x="242668" y="-2861"/>
                    <a:pt x="270834" y="716"/>
                    <a:pt x="289879" y="5365"/>
                  </a:cubicBezTo>
                  <a:cubicBezTo>
                    <a:pt x="300251" y="27629"/>
                    <a:pt x="304542" y="57672"/>
                    <a:pt x="290236" y="95851"/>
                  </a:cubicBezTo>
                  <a:cubicBezTo>
                    <a:pt x="254203" y="191792"/>
                    <a:pt x="173731" y="261445"/>
                    <a:pt x="141899" y="296584"/>
                  </a:cubicBezTo>
                  <a:cubicBezTo>
                    <a:pt x="110068" y="331724"/>
                    <a:pt x="88430" y="367131"/>
                    <a:pt x="93438" y="377324"/>
                  </a:cubicBezTo>
                  <a:lnTo>
                    <a:pt x="93438" y="377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5296376" y="2888228"/>
              <a:ext cx="261176" cy="292471"/>
            </a:xfrm>
            <a:custGeom>
              <a:rect b="b" l="l" r="r" t="t"/>
              <a:pathLst>
                <a:path extrusionOk="0" h="292471" w="261176">
                  <a:moveTo>
                    <a:pt x="197335" y="90"/>
                  </a:moveTo>
                  <a:cubicBezTo>
                    <a:pt x="197067" y="23069"/>
                    <a:pt x="189914" y="55526"/>
                    <a:pt x="163894" y="95941"/>
                  </a:cubicBezTo>
                  <a:cubicBezTo>
                    <a:pt x="108905" y="181509"/>
                    <a:pt x="59460" y="232564"/>
                    <a:pt x="37643" y="256080"/>
                  </a:cubicBezTo>
                  <a:cubicBezTo>
                    <a:pt x="15826" y="279596"/>
                    <a:pt x="0" y="292471"/>
                    <a:pt x="0" y="292471"/>
                  </a:cubicBezTo>
                  <a:cubicBezTo>
                    <a:pt x="0" y="292471"/>
                    <a:pt x="106849" y="238197"/>
                    <a:pt x="207707" y="110694"/>
                  </a:cubicBezTo>
                  <a:cubicBezTo>
                    <a:pt x="229166" y="83601"/>
                    <a:pt x="246691" y="58298"/>
                    <a:pt x="261176" y="35229"/>
                  </a:cubicBezTo>
                  <a:cubicBezTo>
                    <a:pt x="246602" y="27092"/>
                    <a:pt x="221745" y="13233"/>
                    <a:pt x="197335" y="0"/>
                  </a:cubicBezTo>
                  <a:lnTo>
                    <a:pt x="197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4634628" y="2848350"/>
              <a:ext cx="694215" cy="726393"/>
            </a:xfrm>
            <a:custGeom>
              <a:rect b="b" l="l" r="r" t="t"/>
              <a:pathLst>
                <a:path extrusionOk="0" h="726393" w="694215">
                  <a:moveTo>
                    <a:pt x="672030" y="0"/>
                  </a:moveTo>
                  <a:cubicBezTo>
                    <a:pt x="681240" y="12876"/>
                    <a:pt x="694652" y="34782"/>
                    <a:pt x="694205" y="52396"/>
                  </a:cubicBezTo>
                  <a:cubicBezTo>
                    <a:pt x="693579" y="79041"/>
                    <a:pt x="686515" y="91291"/>
                    <a:pt x="680435" y="89503"/>
                  </a:cubicBezTo>
                  <a:cubicBezTo>
                    <a:pt x="674444" y="87714"/>
                    <a:pt x="592989" y="92990"/>
                    <a:pt x="511981" y="178022"/>
                  </a:cubicBezTo>
                  <a:cubicBezTo>
                    <a:pt x="430972" y="263143"/>
                    <a:pt x="313841" y="445010"/>
                    <a:pt x="223444" y="541487"/>
                  </a:cubicBezTo>
                  <a:cubicBezTo>
                    <a:pt x="177664" y="590307"/>
                    <a:pt x="82707" y="664788"/>
                    <a:pt x="0" y="726394"/>
                  </a:cubicBezTo>
                  <a:lnTo>
                    <a:pt x="156295" y="511176"/>
                  </a:lnTo>
                  <a:cubicBezTo>
                    <a:pt x="312410" y="360872"/>
                    <a:pt x="381616" y="213251"/>
                    <a:pt x="516362" y="90218"/>
                  </a:cubicBezTo>
                  <a:cubicBezTo>
                    <a:pt x="575464" y="36302"/>
                    <a:pt x="628397" y="10730"/>
                    <a:pt x="672030" y="0"/>
                  </a:cubicBezTo>
                  <a:lnTo>
                    <a:pt x="672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4580712" y="3219772"/>
              <a:ext cx="605065" cy="507956"/>
            </a:xfrm>
            <a:custGeom>
              <a:rect b="b" l="l" r="r" t="t"/>
              <a:pathLst>
                <a:path extrusionOk="0" h="507956" w="605065">
                  <a:moveTo>
                    <a:pt x="604970" y="48551"/>
                  </a:moveTo>
                  <a:cubicBezTo>
                    <a:pt x="496691" y="210926"/>
                    <a:pt x="220225" y="394670"/>
                    <a:pt x="86731" y="507957"/>
                  </a:cubicBezTo>
                  <a:lnTo>
                    <a:pt x="0" y="478272"/>
                  </a:lnTo>
                  <a:cubicBezTo>
                    <a:pt x="156295" y="366595"/>
                    <a:pt x="421137" y="163000"/>
                    <a:pt x="516362" y="0"/>
                  </a:cubicBezTo>
                  <a:cubicBezTo>
                    <a:pt x="516362" y="0"/>
                    <a:pt x="511802" y="24231"/>
                    <a:pt x="520386" y="30400"/>
                  </a:cubicBezTo>
                  <a:cubicBezTo>
                    <a:pt x="528969" y="36570"/>
                    <a:pt x="608189" y="42471"/>
                    <a:pt x="604970" y="48551"/>
                  </a:cubicBezTo>
                  <a:lnTo>
                    <a:pt x="604970" y="485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4756677" y="3299797"/>
              <a:ext cx="618829" cy="497763"/>
            </a:xfrm>
            <a:custGeom>
              <a:rect b="b" l="l" r="r" t="t"/>
              <a:pathLst>
                <a:path extrusionOk="0" h="497763" w="618829">
                  <a:moveTo>
                    <a:pt x="518865" y="0"/>
                  </a:moveTo>
                  <a:cubicBezTo>
                    <a:pt x="419885" y="191076"/>
                    <a:pt x="102557" y="364091"/>
                    <a:pt x="0" y="462088"/>
                  </a:cubicBezTo>
                  <a:lnTo>
                    <a:pt x="88966" y="497764"/>
                  </a:lnTo>
                  <a:cubicBezTo>
                    <a:pt x="220136" y="359799"/>
                    <a:pt x="471655" y="256169"/>
                    <a:pt x="618830" y="33351"/>
                  </a:cubicBezTo>
                  <a:lnTo>
                    <a:pt x="518865" y="0"/>
                  </a:lnTo>
                  <a:lnTo>
                    <a:pt x="5188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4930050" y="3369718"/>
              <a:ext cx="619276" cy="502592"/>
            </a:xfrm>
            <a:custGeom>
              <a:rect b="b" l="l" r="r" t="t"/>
              <a:pathLst>
                <a:path extrusionOk="0" h="502592" w="619276">
                  <a:moveTo>
                    <a:pt x="539520" y="0"/>
                  </a:moveTo>
                  <a:cubicBezTo>
                    <a:pt x="539520" y="0"/>
                    <a:pt x="447066" y="154148"/>
                    <a:pt x="266273" y="265379"/>
                  </a:cubicBezTo>
                  <a:cubicBezTo>
                    <a:pt x="85569" y="376609"/>
                    <a:pt x="0" y="462714"/>
                    <a:pt x="0" y="462714"/>
                  </a:cubicBezTo>
                  <a:lnTo>
                    <a:pt x="89234" y="502592"/>
                  </a:lnTo>
                  <a:cubicBezTo>
                    <a:pt x="86820" y="477646"/>
                    <a:pt x="230597" y="368293"/>
                    <a:pt x="333333" y="311337"/>
                  </a:cubicBezTo>
                  <a:cubicBezTo>
                    <a:pt x="369635" y="291219"/>
                    <a:pt x="559817" y="174177"/>
                    <a:pt x="619276" y="42829"/>
                  </a:cubicBezTo>
                  <a:lnTo>
                    <a:pt x="539430" y="0"/>
                  </a:lnTo>
                  <a:lnTo>
                    <a:pt x="539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5112095" y="3461338"/>
              <a:ext cx="635013" cy="492606"/>
            </a:xfrm>
            <a:custGeom>
              <a:rect b="b" l="l" r="r" t="t"/>
              <a:pathLst>
                <a:path extrusionOk="0" h="492606" w="635013">
                  <a:moveTo>
                    <a:pt x="535586" y="119"/>
                  </a:moveTo>
                  <a:cubicBezTo>
                    <a:pt x="426949" y="146935"/>
                    <a:pt x="269492" y="204070"/>
                    <a:pt x="133941" y="315211"/>
                  </a:cubicBezTo>
                  <a:cubicBezTo>
                    <a:pt x="48373" y="385400"/>
                    <a:pt x="0" y="449331"/>
                    <a:pt x="0" y="449331"/>
                  </a:cubicBezTo>
                  <a:lnTo>
                    <a:pt x="84317" y="492607"/>
                  </a:lnTo>
                  <a:cubicBezTo>
                    <a:pt x="84317" y="492607"/>
                    <a:pt x="199749" y="348562"/>
                    <a:pt x="320994" y="288387"/>
                  </a:cubicBezTo>
                  <a:cubicBezTo>
                    <a:pt x="442328" y="228212"/>
                    <a:pt x="514305" y="166248"/>
                    <a:pt x="563930" y="127979"/>
                  </a:cubicBezTo>
                  <a:cubicBezTo>
                    <a:pt x="613465" y="89711"/>
                    <a:pt x="635013" y="64139"/>
                    <a:pt x="635013" y="64139"/>
                  </a:cubicBezTo>
                  <a:cubicBezTo>
                    <a:pt x="635013" y="64139"/>
                    <a:pt x="548104" y="-1580"/>
                    <a:pt x="535586" y="29"/>
                  </a:cubicBezTo>
                  <a:lnTo>
                    <a:pt x="535586" y="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5289133" y="3582343"/>
              <a:ext cx="610245" cy="458958"/>
            </a:xfrm>
            <a:custGeom>
              <a:rect b="b" l="l" r="r" t="t"/>
              <a:pathLst>
                <a:path extrusionOk="0" h="458958" w="610245">
                  <a:moveTo>
                    <a:pt x="540950" y="90"/>
                  </a:moveTo>
                  <a:cubicBezTo>
                    <a:pt x="540950" y="90"/>
                    <a:pt x="467721" y="91828"/>
                    <a:pt x="349695" y="148694"/>
                  </a:cubicBezTo>
                  <a:cubicBezTo>
                    <a:pt x="231670" y="205472"/>
                    <a:pt x="182224" y="232564"/>
                    <a:pt x="114359" y="293097"/>
                  </a:cubicBezTo>
                  <a:cubicBezTo>
                    <a:pt x="46495" y="353630"/>
                    <a:pt x="0" y="418454"/>
                    <a:pt x="0" y="418454"/>
                  </a:cubicBezTo>
                  <a:lnTo>
                    <a:pt x="80561" y="458959"/>
                  </a:lnTo>
                  <a:cubicBezTo>
                    <a:pt x="80561" y="458959"/>
                    <a:pt x="211462" y="288000"/>
                    <a:pt x="351394" y="229345"/>
                  </a:cubicBezTo>
                  <a:cubicBezTo>
                    <a:pt x="491326" y="170690"/>
                    <a:pt x="529237" y="125626"/>
                    <a:pt x="561068" y="102647"/>
                  </a:cubicBezTo>
                  <a:cubicBezTo>
                    <a:pt x="592810" y="79667"/>
                    <a:pt x="610246" y="53827"/>
                    <a:pt x="610246" y="53827"/>
                  </a:cubicBezTo>
                  <a:cubicBezTo>
                    <a:pt x="610246" y="53827"/>
                    <a:pt x="553379" y="1967"/>
                    <a:pt x="540950" y="0"/>
                  </a:cubicBezTo>
                  <a:lnTo>
                    <a:pt x="540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5460360" y="3702783"/>
              <a:ext cx="589054" cy="448407"/>
            </a:xfrm>
            <a:custGeom>
              <a:rect b="b" l="l" r="r" t="t"/>
              <a:pathLst>
                <a:path extrusionOk="0" h="448407" w="589054">
                  <a:moveTo>
                    <a:pt x="522263" y="90"/>
                  </a:moveTo>
                  <a:cubicBezTo>
                    <a:pt x="510818" y="18956"/>
                    <a:pt x="478898" y="56956"/>
                    <a:pt x="392703" y="101842"/>
                  </a:cubicBezTo>
                  <a:cubicBezTo>
                    <a:pt x="269045" y="166219"/>
                    <a:pt x="146816" y="225411"/>
                    <a:pt x="83512" y="295243"/>
                  </a:cubicBezTo>
                  <a:cubicBezTo>
                    <a:pt x="20207" y="365075"/>
                    <a:pt x="0" y="404148"/>
                    <a:pt x="0" y="404148"/>
                  </a:cubicBezTo>
                  <a:lnTo>
                    <a:pt x="91559" y="448408"/>
                  </a:lnTo>
                  <a:cubicBezTo>
                    <a:pt x="91559" y="448408"/>
                    <a:pt x="125447" y="331545"/>
                    <a:pt x="247675" y="272264"/>
                  </a:cubicBezTo>
                  <a:cubicBezTo>
                    <a:pt x="369903" y="213072"/>
                    <a:pt x="455829" y="161928"/>
                    <a:pt x="497317" y="138322"/>
                  </a:cubicBezTo>
                  <a:cubicBezTo>
                    <a:pt x="538894" y="114717"/>
                    <a:pt x="589055" y="54453"/>
                    <a:pt x="589055" y="54453"/>
                  </a:cubicBezTo>
                  <a:cubicBezTo>
                    <a:pt x="589055" y="54453"/>
                    <a:pt x="560800" y="31205"/>
                    <a:pt x="522263" y="0"/>
                  </a:cubicBezTo>
                  <a:lnTo>
                    <a:pt x="52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4749882" y="3956985"/>
              <a:ext cx="539162" cy="411837"/>
            </a:xfrm>
            <a:custGeom>
              <a:rect b="b" l="l" r="r" t="t"/>
              <a:pathLst>
                <a:path extrusionOk="0" h="411837" w="539162">
                  <a:moveTo>
                    <a:pt x="539162" y="43813"/>
                  </a:moveTo>
                  <a:cubicBezTo>
                    <a:pt x="539162" y="43813"/>
                    <a:pt x="527985" y="162732"/>
                    <a:pt x="384656" y="239628"/>
                  </a:cubicBezTo>
                  <a:cubicBezTo>
                    <a:pt x="273068" y="299535"/>
                    <a:pt x="170511" y="347371"/>
                    <a:pt x="66166" y="411838"/>
                  </a:cubicBezTo>
                  <a:lnTo>
                    <a:pt x="0" y="363823"/>
                  </a:lnTo>
                  <a:cubicBezTo>
                    <a:pt x="137786" y="279685"/>
                    <a:pt x="281652" y="220851"/>
                    <a:pt x="351931" y="161123"/>
                  </a:cubicBezTo>
                  <a:cubicBezTo>
                    <a:pt x="433297" y="91917"/>
                    <a:pt x="435264" y="52933"/>
                    <a:pt x="439556" y="32725"/>
                  </a:cubicBezTo>
                  <a:cubicBezTo>
                    <a:pt x="443847" y="12607"/>
                    <a:pt x="441165" y="0"/>
                    <a:pt x="441165" y="0"/>
                  </a:cubicBezTo>
                  <a:cubicBezTo>
                    <a:pt x="441165" y="0"/>
                    <a:pt x="506526" y="27271"/>
                    <a:pt x="539073" y="43813"/>
                  </a:cubicBezTo>
                  <a:lnTo>
                    <a:pt x="539073" y="438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4357626" y="3689818"/>
              <a:ext cx="1273432" cy="872852"/>
            </a:xfrm>
            <a:custGeom>
              <a:rect b="b" l="l" r="r" t="t"/>
              <a:pathLst>
                <a:path extrusionOk="0" h="872852" w="1273432">
                  <a:moveTo>
                    <a:pt x="754469" y="220940"/>
                  </a:moveTo>
                  <a:cubicBezTo>
                    <a:pt x="754469" y="220940"/>
                    <a:pt x="749731" y="341648"/>
                    <a:pt x="603182" y="421852"/>
                  </a:cubicBezTo>
                  <a:cubicBezTo>
                    <a:pt x="511086" y="472281"/>
                    <a:pt x="407099" y="523425"/>
                    <a:pt x="318401" y="577431"/>
                  </a:cubicBezTo>
                  <a:lnTo>
                    <a:pt x="255901" y="532098"/>
                  </a:lnTo>
                  <a:cubicBezTo>
                    <a:pt x="342632" y="478003"/>
                    <a:pt x="437499" y="433118"/>
                    <a:pt x="500089" y="403254"/>
                  </a:cubicBezTo>
                  <a:cubicBezTo>
                    <a:pt x="568400" y="368651"/>
                    <a:pt x="688840" y="273068"/>
                    <a:pt x="661748" y="182582"/>
                  </a:cubicBezTo>
                  <a:lnTo>
                    <a:pt x="754469" y="221030"/>
                  </a:lnTo>
                  <a:lnTo>
                    <a:pt x="754469" y="221030"/>
                  </a:lnTo>
                  <a:close/>
                  <a:moveTo>
                    <a:pt x="725321" y="872853"/>
                  </a:moveTo>
                  <a:lnTo>
                    <a:pt x="658887" y="824569"/>
                  </a:lnTo>
                  <a:cubicBezTo>
                    <a:pt x="813482" y="705828"/>
                    <a:pt x="976393" y="661748"/>
                    <a:pt x="1088965" y="597102"/>
                  </a:cubicBezTo>
                  <a:cubicBezTo>
                    <a:pt x="1204755" y="530489"/>
                    <a:pt x="1194294" y="461462"/>
                    <a:pt x="1194294" y="461462"/>
                  </a:cubicBezTo>
                  <a:cubicBezTo>
                    <a:pt x="1213965" y="469956"/>
                    <a:pt x="1255899" y="495350"/>
                    <a:pt x="1269758" y="510013"/>
                  </a:cubicBezTo>
                  <a:cubicBezTo>
                    <a:pt x="1284065" y="525124"/>
                    <a:pt x="1257062" y="590575"/>
                    <a:pt x="1180435" y="646100"/>
                  </a:cubicBezTo>
                  <a:cubicBezTo>
                    <a:pt x="1103807" y="701715"/>
                    <a:pt x="942506" y="763500"/>
                    <a:pt x="782009" y="841200"/>
                  </a:cubicBezTo>
                  <a:cubicBezTo>
                    <a:pt x="761801" y="851036"/>
                    <a:pt x="742935" y="861676"/>
                    <a:pt x="725410" y="872853"/>
                  </a:cubicBezTo>
                  <a:lnTo>
                    <a:pt x="725410" y="872853"/>
                  </a:lnTo>
                  <a:close/>
                  <a:moveTo>
                    <a:pt x="583333" y="769759"/>
                  </a:moveTo>
                  <a:lnTo>
                    <a:pt x="524320" y="726930"/>
                  </a:lnTo>
                  <a:cubicBezTo>
                    <a:pt x="532993" y="720761"/>
                    <a:pt x="541934" y="714591"/>
                    <a:pt x="551233" y="708421"/>
                  </a:cubicBezTo>
                  <a:cubicBezTo>
                    <a:pt x="742756" y="580650"/>
                    <a:pt x="839412" y="586372"/>
                    <a:pt x="921315" y="511533"/>
                  </a:cubicBezTo>
                  <a:cubicBezTo>
                    <a:pt x="1003217" y="436695"/>
                    <a:pt x="1009387" y="359084"/>
                    <a:pt x="1009387" y="359084"/>
                  </a:cubicBezTo>
                  <a:cubicBezTo>
                    <a:pt x="1009387" y="359084"/>
                    <a:pt x="1080202" y="402092"/>
                    <a:pt x="1105774" y="418722"/>
                  </a:cubicBezTo>
                  <a:cubicBezTo>
                    <a:pt x="1105774" y="418722"/>
                    <a:pt x="1101751" y="504470"/>
                    <a:pt x="970582" y="580203"/>
                  </a:cubicBezTo>
                  <a:cubicBezTo>
                    <a:pt x="860603" y="643686"/>
                    <a:pt x="707259" y="692595"/>
                    <a:pt x="583422" y="769759"/>
                  </a:cubicBezTo>
                  <a:lnTo>
                    <a:pt x="583422" y="769759"/>
                  </a:lnTo>
                  <a:close/>
                  <a:moveTo>
                    <a:pt x="188483" y="483100"/>
                  </a:moveTo>
                  <a:lnTo>
                    <a:pt x="131438" y="441702"/>
                  </a:lnTo>
                  <a:cubicBezTo>
                    <a:pt x="232296" y="378755"/>
                    <a:pt x="337088" y="316702"/>
                    <a:pt x="377235" y="286927"/>
                  </a:cubicBezTo>
                  <a:cubicBezTo>
                    <a:pt x="441255" y="239538"/>
                    <a:pt x="464860" y="191434"/>
                    <a:pt x="475768" y="160944"/>
                  </a:cubicBezTo>
                  <a:cubicBezTo>
                    <a:pt x="486677" y="130364"/>
                    <a:pt x="487928" y="107832"/>
                    <a:pt x="487928" y="107832"/>
                  </a:cubicBezTo>
                  <a:lnTo>
                    <a:pt x="584763" y="146548"/>
                  </a:lnTo>
                  <a:cubicBezTo>
                    <a:pt x="584763" y="146548"/>
                    <a:pt x="602556" y="240790"/>
                    <a:pt x="430793" y="341022"/>
                  </a:cubicBezTo>
                  <a:cubicBezTo>
                    <a:pt x="342811" y="392345"/>
                    <a:pt x="261266" y="438214"/>
                    <a:pt x="188483" y="483100"/>
                  </a:cubicBezTo>
                  <a:lnTo>
                    <a:pt x="188483" y="483100"/>
                  </a:lnTo>
                  <a:close/>
                  <a:moveTo>
                    <a:pt x="62411" y="391541"/>
                  </a:moveTo>
                  <a:lnTo>
                    <a:pt x="3309" y="348622"/>
                  </a:lnTo>
                  <a:cubicBezTo>
                    <a:pt x="67954" y="316970"/>
                    <a:pt x="125179" y="291308"/>
                    <a:pt x="172478" y="259477"/>
                  </a:cubicBezTo>
                  <a:cubicBezTo>
                    <a:pt x="258941" y="201359"/>
                    <a:pt x="276913" y="158083"/>
                    <a:pt x="295779" y="112929"/>
                  </a:cubicBezTo>
                  <a:cubicBezTo>
                    <a:pt x="314735" y="67775"/>
                    <a:pt x="309728" y="38090"/>
                    <a:pt x="309728" y="38090"/>
                  </a:cubicBezTo>
                  <a:lnTo>
                    <a:pt x="398962" y="72156"/>
                  </a:lnTo>
                  <a:cubicBezTo>
                    <a:pt x="398962" y="72156"/>
                    <a:pt x="447514" y="160050"/>
                    <a:pt x="232206" y="295243"/>
                  </a:cubicBezTo>
                  <a:cubicBezTo>
                    <a:pt x="162643" y="338876"/>
                    <a:pt x="107654" y="368472"/>
                    <a:pt x="62411" y="391541"/>
                  </a:cubicBezTo>
                  <a:lnTo>
                    <a:pt x="62411" y="391541"/>
                  </a:lnTo>
                  <a:close/>
                  <a:moveTo>
                    <a:pt x="90" y="266452"/>
                  </a:moveTo>
                  <a:lnTo>
                    <a:pt x="193580" y="0"/>
                  </a:lnTo>
                  <a:cubicBezTo>
                    <a:pt x="210568" y="3755"/>
                    <a:pt x="224964" y="7063"/>
                    <a:pt x="224964" y="7063"/>
                  </a:cubicBezTo>
                  <a:cubicBezTo>
                    <a:pt x="224964" y="7063"/>
                    <a:pt x="236767" y="4918"/>
                    <a:pt x="228272" y="28433"/>
                  </a:cubicBezTo>
                  <a:cubicBezTo>
                    <a:pt x="219689" y="51949"/>
                    <a:pt x="171584" y="182403"/>
                    <a:pt x="9210" y="261981"/>
                  </a:cubicBezTo>
                  <a:lnTo>
                    <a:pt x="0" y="266452"/>
                  </a:lnTo>
                  <a:lnTo>
                    <a:pt x="0" y="2664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5773085" y="3016178"/>
              <a:ext cx="845981" cy="778994"/>
            </a:xfrm>
            <a:custGeom>
              <a:rect b="b" l="l" r="r" t="t"/>
              <a:pathLst>
                <a:path extrusionOk="0" h="778994" w="845981">
                  <a:moveTo>
                    <a:pt x="805120" y="325196"/>
                  </a:moveTo>
                  <a:cubicBezTo>
                    <a:pt x="807087" y="316255"/>
                    <a:pt x="808786" y="307492"/>
                    <a:pt x="810574" y="298819"/>
                  </a:cubicBezTo>
                  <a:cubicBezTo>
                    <a:pt x="811021" y="296763"/>
                    <a:pt x="811021" y="295601"/>
                    <a:pt x="812362" y="297836"/>
                  </a:cubicBezTo>
                  <a:cubicBezTo>
                    <a:pt x="816028" y="304363"/>
                    <a:pt x="819873" y="310801"/>
                    <a:pt x="823718" y="317328"/>
                  </a:cubicBezTo>
                  <a:cubicBezTo>
                    <a:pt x="830513" y="315271"/>
                    <a:pt x="836951" y="313304"/>
                    <a:pt x="843836" y="311158"/>
                  </a:cubicBezTo>
                  <a:lnTo>
                    <a:pt x="844015" y="311158"/>
                  </a:lnTo>
                  <a:cubicBezTo>
                    <a:pt x="844015" y="311158"/>
                    <a:pt x="845982" y="312500"/>
                    <a:pt x="845982" y="312500"/>
                  </a:cubicBezTo>
                  <a:cubicBezTo>
                    <a:pt x="845713" y="312947"/>
                    <a:pt x="845356" y="313483"/>
                    <a:pt x="844998" y="314020"/>
                  </a:cubicBezTo>
                  <a:cubicBezTo>
                    <a:pt x="840617" y="321351"/>
                    <a:pt x="836235" y="328505"/>
                    <a:pt x="831765" y="335926"/>
                  </a:cubicBezTo>
                  <a:cubicBezTo>
                    <a:pt x="834447" y="343705"/>
                    <a:pt x="836951" y="351394"/>
                    <a:pt x="839633" y="359084"/>
                  </a:cubicBezTo>
                  <a:cubicBezTo>
                    <a:pt x="839812" y="359710"/>
                    <a:pt x="839812" y="359978"/>
                    <a:pt x="839902" y="360246"/>
                  </a:cubicBezTo>
                  <a:cubicBezTo>
                    <a:pt x="839723" y="360246"/>
                    <a:pt x="839455" y="360246"/>
                    <a:pt x="838918" y="360157"/>
                  </a:cubicBezTo>
                  <a:cubicBezTo>
                    <a:pt x="831944" y="358458"/>
                    <a:pt x="825148" y="356759"/>
                    <a:pt x="818353" y="354881"/>
                  </a:cubicBezTo>
                  <a:cubicBezTo>
                    <a:pt x="813078" y="361319"/>
                    <a:pt x="807802" y="367668"/>
                    <a:pt x="802258" y="373926"/>
                  </a:cubicBezTo>
                  <a:cubicBezTo>
                    <a:pt x="798861" y="377682"/>
                    <a:pt x="799308" y="378039"/>
                    <a:pt x="799755" y="372854"/>
                  </a:cubicBezTo>
                  <a:cubicBezTo>
                    <a:pt x="800559" y="364538"/>
                    <a:pt x="801185" y="356849"/>
                    <a:pt x="801811" y="348354"/>
                  </a:cubicBezTo>
                  <a:cubicBezTo>
                    <a:pt x="795821" y="344957"/>
                    <a:pt x="789830" y="341738"/>
                    <a:pt x="783929" y="338519"/>
                  </a:cubicBezTo>
                  <a:cubicBezTo>
                    <a:pt x="781783" y="337356"/>
                    <a:pt x="782856" y="336999"/>
                    <a:pt x="784465" y="336284"/>
                  </a:cubicBezTo>
                  <a:cubicBezTo>
                    <a:pt x="791440" y="332528"/>
                    <a:pt x="798235" y="328773"/>
                    <a:pt x="805209" y="325107"/>
                  </a:cubicBezTo>
                  <a:lnTo>
                    <a:pt x="805209" y="325107"/>
                  </a:lnTo>
                  <a:close/>
                  <a:moveTo>
                    <a:pt x="415635" y="90"/>
                  </a:moveTo>
                  <a:lnTo>
                    <a:pt x="445410" y="21728"/>
                  </a:lnTo>
                  <a:cubicBezTo>
                    <a:pt x="441208" y="27182"/>
                    <a:pt x="437005" y="32547"/>
                    <a:pt x="432803" y="38001"/>
                  </a:cubicBezTo>
                  <a:cubicBezTo>
                    <a:pt x="429495" y="42293"/>
                    <a:pt x="429852" y="42561"/>
                    <a:pt x="430210" y="37285"/>
                  </a:cubicBezTo>
                  <a:cubicBezTo>
                    <a:pt x="430478" y="28791"/>
                    <a:pt x="430925" y="20833"/>
                    <a:pt x="431193" y="12339"/>
                  </a:cubicBezTo>
                  <a:cubicBezTo>
                    <a:pt x="424934" y="9478"/>
                    <a:pt x="418765" y="6617"/>
                    <a:pt x="412417" y="3845"/>
                  </a:cubicBezTo>
                  <a:cubicBezTo>
                    <a:pt x="410270" y="2951"/>
                    <a:pt x="411433" y="2504"/>
                    <a:pt x="412953" y="1610"/>
                  </a:cubicBezTo>
                  <a:lnTo>
                    <a:pt x="415546" y="0"/>
                  </a:lnTo>
                  <a:lnTo>
                    <a:pt x="415546" y="0"/>
                  </a:lnTo>
                  <a:close/>
                  <a:moveTo>
                    <a:pt x="520606" y="76270"/>
                  </a:moveTo>
                  <a:lnTo>
                    <a:pt x="556372" y="102289"/>
                  </a:lnTo>
                  <a:cubicBezTo>
                    <a:pt x="552080" y="101574"/>
                    <a:pt x="547699" y="100858"/>
                    <a:pt x="543407" y="100054"/>
                  </a:cubicBezTo>
                  <a:cubicBezTo>
                    <a:pt x="538132" y="106760"/>
                    <a:pt x="532946" y="113287"/>
                    <a:pt x="527491" y="119993"/>
                  </a:cubicBezTo>
                  <a:cubicBezTo>
                    <a:pt x="524273" y="124195"/>
                    <a:pt x="524630" y="124374"/>
                    <a:pt x="525077" y="119278"/>
                  </a:cubicBezTo>
                  <a:cubicBezTo>
                    <a:pt x="525346" y="110873"/>
                    <a:pt x="525703" y="103183"/>
                    <a:pt x="525972" y="94778"/>
                  </a:cubicBezTo>
                  <a:cubicBezTo>
                    <a:pt x="519713" y="92006"/>
                    <a:pt x="513364" y="89235"/>
                    <a:pt x="507105" y="86373"/>
                  </a:cubicBezTo>
                  <a:cubicBezTo>
                    <a:pt x="504959" y="85390"/>
                    <a:pt x="506122" y="85032"/>
                    <a:pt x="507641" y="84138"/>
                  </a:cubicBezTo>
                  <a:cubicBezTo>
                    <a:pt x="512023" y="81545"/>
                    <a:pt x="516404" y="78952"/>
                    <a:pt x="520696" y="76270"/>
                  </a:cubicBezTo>
                  <a:lnTo>
                    <a:pt x="520696" y="76270"/>
                  </a:lnTo>
                  <a:close/>
                  <a:moveTo>
                    <a:pt x="619677" y="148158"/>
                  </a:moveTo>
                  <a:lnTo>
                    <a:pt x="651865" y="171495"/>
                  </a:lnTo>
                  <a:lnTo>
                    <a:pt x="655889" y="181688"/>
                  </a:lnTo>
                  <a:cubicBezTo>
                    <a:pt x="656068" y="182224"/>
                    <a:pt x="656247" y="182582"/>
                    <a:pt x="656157" y="182672"/>
                  </a:cubicBezTo>
                  <a:cubicBezTo>
                    <a:pt x="655978" y="182850"/>
                    <a:pt x="655710" y="182761"/>
                    <a:pt x="655084" y="182761"/>
                  </a:cubicBezTo>
                  <a:cubicBezTo>
                    <a:pt x="648199" y="181241"/>
                    <a:pt x="641136" y="179989"/>
                    <a:pt x="634072" y="178648"/>
                  </a:cubicBezTo>
                  <a:cubicBezTo>
                    <a:pt x="628797" y="185086"/>
                    <a:pt x="623521" y="191702"/>
                    <a:pt x="618246" y="198140"/>
                  </a:cubicBezTo>
                  <a:cubicBezTo>
                    <a:pt x="614937" y="202253"/>
                    <a:pt x="615474" y="202432"/>
                    <a:pt x="615742" y="197335"/>
                  </a:cubicBezTo>
                  <a:cubicBezTo>
                    <a:pt x="616100" y="189109"/>
                    <a:pt x="616458" y="181509"/>
                    <a:pt x="616905" y="173104"/>
                  </a:cubicBezTo>
                  <a:cubicBezTo>
                    <a:pt x="610556" y="170243"/>
                    <a:pt x="604297" y="167382"/>
                    <a:pt x="597949" y="164521"/>
                  </a:cubicBezTo>
                  <a:cubicBezTo>
                    <a:pt x="595714" y="163537"/>
                    <a:pt x="596876" y="163179"/>
                    <a:pt x="598396" y="162375"/>
                  </a:cubicBezTo>
                  <a:cubicBezTo>
                    <a:pt x="605371" y="158262"/>
                    <a:pt x="612434" y="154238"/>
                    <a:pt x="619230" y="150036"/>
                  </a:cubicBezTo>
                  <a:lnTo>
                    <a:pt x="619587" y="147979"/>
                  </a:lnTo>
                  <a:lnTo>
                    <a:pt x="619587" y="147979"/>
                  </a:lnTo>
                  <a:close/>
                  <a:moveTo>
                    <a:pt x="722681" y="222908"/>
                  </a:moveTo>
                  <a:lnTo>
                    <a:pt x="750756" y="243294"/>
                  </a:lnTo>
                  <a:cubicBezTo>
                    <a:pt x="749326" y="245797"/>
                    <a:pt x="747895" y="248301"/>
                    <a:pt x="746465" y="250894"/>
                  </a:cubicBezTo>
                  <a:cubicBezTo>
                    <a:pt x="749147" y="258583"/>
                    <a:pt x="751919" y="266362"/>
                    <a:pt x="754690" y="274052"/>
                  </a:cubicBezTo>
                  <a:cubicBezTo>
                    <a:pt x="754869" y="274588"/>
                    <a:pt x="754959" y="275035"/>
                    <a:pt x="754959" y="275125"/>
                  </a:cubicBezTo>
                  <a:cubicBezTo>
                    <a:pt x="754780" y="275304"/>
                    <a:pt x="754512" y="275214"/>
                    <a:pt x="753975" y="275125"/>
                  </a:cubicBezTo>
                  <a:cubicBezTo>
                    <a:pt x="747090" y="273337"/>
                    <a:pt x="740205" y="271817"/>
                    <a:pt x="733410" y="270118"/>
                  </a:cubicBezTo>
                  <a:cubicBezTo>
                    <a:pt x="728135" y="276377"/>
                    <a:pt x="722859" y="282904"/>
                    <a:pt x="717495" y="289163"/>
                  </a:cubicBezTo>
                  <a:cubicBezTo>
                    <a:pt x="714007" y="293186"/>
                    <a:pt x="714544" y="293455"/>
                    <a:pt x="714902" y="288358"/>
                  </a:cubicBezTo>
                  <a:cubicBezTo>
                    <a:pt x="715617" y="280132"/>
                    <a:pt x="715975" y="272442"/>
                    <a:pt x="716422" y="264127"/>
                  </a:cubicBezTo>
                  <a:cubicBezTo>
                    <a:pt x="710342" y="260908"/>
                    <a:pt x="704262" y="257779"/>
                    <a:pt x="698271" y="254739"/>
                  </a:cubicBezTo>
                  <a:cubicBezTo>
                    <a:pt x="696035" y="253576"/>
                    <a:pt x="697198" y="253398"/>
                    <a:pt x="698629" y="252414"/>
                  </a:cubicBezTo>
                  <a:cubicBezTo>
                    <a:pt x="705603" y="248659"/>
                    <a:pt x="712488" y="244814"/>
                    <a:pt x="719462" y="240879"/>
                  </a:cubicBezTo>
                  <a:cubicBezTo>
                    <a:pt x="720534" y="234889"/>
                    <a:pt x="721608" y="228898"/>
                    <a:pt x="722770" y="222997"/>
                  </a:cubicBezTo>
                  <a:lnTo>
                    <a:pt x="722770" y="222997"/>
                  </a:lnTo>
                  <a:close/>
                  <a:moveTo>
                    <a:pt x="712756" y="443222"/>
                  </a:moveTo>
                  <a:cubicBezTo>
                    <a:pt x="715080" y="434906"/>
                    <a:pt x="717584" y="426591"/>
                    <a:pt x="719909" y="418454"/>
                  </a:cubicBezTo>
                  <a:cubicBezTo>
                    <a:pt x="720534" y="416487"/>
                    <a:pt x="720713" y="415325"/>
                    <a:pt x="721876" y="417471"/>
                  </a:cubicBezTo>
                  <a:cubicBezTo>
                    <a:pt x="725363" y="423819"/>
                    <a:pt x="729029" y="430078"/>
                    <a:pt x="732427" y="436605"/>
                  </a:cubicBezTo>
                  <a:cubicBezTo>
                    <a:pt x="739669" y="434728"/>
                    <a:pt x="746375" y="433297"/>
                    <a:pt x="753707" y="431509"/>
                  </a:cubicBezTo>
                  <a:cubicBezTo>
                    <a:pt x="758178" y="430346"/>
                    <a:pt x="757910" y="429899"/>
                    <a:pt x="754690" y="434280"/>
                  </a:cubicBezTo>
                  <a:cubicBezTo>
                    <a:pt x="749683" y="441165"/>
                    <a:pt x="744855" y="447871"/>
                    <a:pt x="739848" y="454667"/>
                  </a:cubicBezTo>
                  <a:cubicBezTo>
                    <a:pt x="742173" y="462177"/>
                    <a:pt x="744408" y="469688"/>
                    <a:pt x="746733" y="477199"/>
                  </a:cubicBezTo>
                  <a:cubicBezTo>
                    <a:pt x="746911" y="477735"/>
                    <a:pt x="746911" y="478093"/>
                    <a:pt x="746822" y="478451"/>
                  </a:cubicBezTo>
                  <a:cubicBezTo>
                    <a:pt x="746733" y="478361"/>
                    <a:pt x="746465" y="478361"/>
                    <a:pt x="745839" y="478182"/>
                  </a:cubicBezTo>
                  <a:cubicBezTo>
                    <a:pt x="738954" y="476215"/>
                    <a:pt x="731980" y="474248"/>
                    <a:pt x="725005" y="472371"/>
                  </a:cubicBezTo>
                  <a:cubicBezTo>
                    <a:pt x="719104" y="478182"/>
                    <a:pt x="713114" y="483905"/>
                    <a:pt x="707122" y="489627"/>
                  </a:cubicBezTo>
                  <a:cubicBezTo>
                    <a:pt x="703278" y="493115"/>
                    <a:pt x="703814" y="493562"/>
                    <a:pt x="704530" y="488465"/>
                  </a:cubicBezTo>
                  <a:cubicBezTo>
                    <a:pt x="705692" y="480686"/>
                    <a:pt x="706944" y="473354"/>
                    <a:pt x="708106" y="465307"/>
                  </a:cubicBezTo>
                  <a:cubicBezTo>
                    <a:pt x="702115" y="461909"/>
                    <a:pt x="696035" y="458601"/>
                    <a:pt x="689866" y="455114"/>
                  </a:cubicBezTo>
                  <a:cubicBezTo>
                    <a:pt x="687809" y="453952"/>
                    <a:pt x="688972" y="453594"/>
                    <a:pt x="690581" y="453147"/>
                  </a:cubicBezTo>
                  <a:cubicBezTo>
                    <a:pt x="698092" y="449928"/>
                    <a:pt x="705513" y="446620"/>
                    <a:pt x="712756" y="443311"/>
                  </a:cubicBezTo>
                  <a:lnTo>
                    <a:pt x="712756" y="443311"/>
                  </a:lnTo>
                  <a:close/>
                  <a:moveTo>
                    <a:pt x="404280" y="655668"/>
                  </a:moveTo>
                  <a:cubicBezTo>
                    <a:pt x="408035" y="648425"/>
                    <a:pt x="411880" y="641272"/>
                    <a:pt x="415546" y="634298"/>
                  </a:cubicBezTo>
                  <a:cubicBezTo>
                    <a:pt x="416440" y="632778"/>
                    <a:pt x="416798" y="631616"/>
                    <a:pt x="417871" y="633672"/>
                  </a:cubicBezTo>
                  <a:cubicBezTo>
                    <a:pt x="420911" y="639573"/>
                    <a:pt x="423861" y="645385"/>
                    <a:pt x="426901" y="651287"/>
                  </a:cubicBezTo>
                  <a:cubicBezTo>
                    <a:pt x="435127" y="650303"/>
                    <a:pt x="442459" y="649320"/>
                    <a:pt x="450685" y="648246"/>
                  </a:cubicBezTo>
                  <a:cubicBezTo>
                    <a:pt x="455603" y="647531"/>
                    <a:pt x="455424" y="646995"/>
                    <a:pt x="451490" y="650750"/>
                  </a:cubicBezTo>
                  <a:cubicBezTo>
                    <a:pt x="445410" y="656562"/>
                    <a:pt x="439062" y="662106"/>
                    <a:pt x="432713" y="667739"/>
                  </a:cubicBezTo>
                  <a:cubicBezTo>
                    <a:pt x="434054" y="674534"/>
                    <a:pt x="435575" y="681240"/>
                    <a:pt x="436916" y="688035"/>
                  </a:cubicBezTo>
                  <a:cubicBezTo>
                    <a:pt x="437005" y="688572"/>
                    <a:pt x="436916" y="688840"/>
                    <a:pt x="436916" y="689019"/>
                  </a:cubicBezTo>
                  <a:cubicBezTo>
                    <a:pt x="436737" y="689108"/>
                    <a:pt x="436379" y="689019"/>
                    <a:pt x="435843" y="688840"/>
                  </a:cubicBezTo>
                  <a:cubicBezTo>
                    <a:pt x="428421" y="686515"/>
                    <a:pt x="421090" y="684280"/>
                    <a:pt x="413847" y="681955"/>
                  </a:cubicBezTo>
                  <a:cubicBezTo>
                    <a:pt x="406515" y="686605"/>
                    <a:pt x="399273" y="691254"/>
                    <a:pt x="391583" y="695725"/>
                  </a:cubicBezTo>
                  <a:cubicBezTo>
                    <a:pt x="386755" y="698586"/>
                    <a:pt x="387202" y="698854"/>
                    <a:pt x="388990" y="694741"/>
                  </a:cubicBezTo>
                  <a:cubicBezTo>
                    <a:pt x="391494" y="688035"/>
                    <a:pt x="393908" y="681687"/>
                    <a:pt x="396233" y="674713"/>
                  </a:cubicBezTo>
                  <a:cubicBezTo>
                    <a:pt x="390152" y="671315"/>
                    <a:pt x="383983" y="667917"/>
                    <a:pt x="377814" y="664609"/>
                  </a:cubicBezTo>
                  <a:cubicBezTo>
                    <a:pt x="375668" y="663536"/>
                    <a:pt x="377009" y="663268"/>
                    <a:pt x="378797" y="662732"/>
                  </a:cubicBezTo>
                  <a:cubicBezTo>
                    <a:pt x="387470" y="660407"/>
                    <a:pt x="395965" y="657993"/>
                    <a:pt x="404459" y="655757"/>
                  </a:cubicBezTo>
                  <a:lnTo>
                    <a:pt x="404459" y="655757"/>
                  </a:lnTo>
                  <a:close/>
                  <a:moveTo>
                    <a:pt x="379780" y="740611"/>
                  </a:moveTo>
                  <a:cubicBezTo>
                    <a:pt x="384162" y="733905"/>
                    <a:pt x="388633" y="727199"/>
                    <a:pt x="392924" y="720493"/>
                  </a:cubicBezTo>
                  <a:cubicBezTo>
                    <a:pt x="393997" y="718972"/>
                    <a:pt x="394355" y="717899"/>
                    <a:pt x="395249" y="719956"/>
                  </a:cubicBezTo>
                  <a:cubicBezTo>
                    <a:pt x="397932" y="725589"/>
                    <a:pt x="400614" y="731222"/>
                    <a:pt x="403118" y="737123"/>
                  </a:cubicBezTo>
                  <a:cubicBezTo>
                    <a:pt x="411701" y="736408"/>
                    <a:pt x="419748" y="735872"/>
                    <a:pt x="428243" y="735246"/>
                  </a:cubicBezTo>
                  <a:cubicBezTo>
                    <a:pt x="433697" y="734888"/>
                    <a:pt x="433339" y="734351"/>
                    <a:pt x="428869" y="737749"/>
                  </a:cubicBezTo>
                  <a:cubicBezTo>
                    <a:pt x="421894" y="742935"/>
                    <a:pt x="414920" y="748032"/>
                    <a:pt x="407946" y="753039"/>
                  </a:cubicBezTo>
                  <a:cubicBezTo>
                    <a:pt x="408929" y="759656"/>
                    <a:pt x="409824" y="766183"/>
                    <a:pt x="410718" y="772710"/>
                  </a:cubicBezTo>
                  <a:cubicBezTo>
                    <a:pt x="410718" y="773157"/>
                    <a:pt x="410807" y="773425"/>
                    <a:pt x="410628" y="773783"/>
                  </a:cubicBezTo>
                  <a:cubicBezTo>
                    <a:pt x="410449" y="773604"/>
                    <a:pt x="410092" y="773604"/>
                    <a:pt x="409645" y="773425"/>
                  </a:cubicBezTo>
                  <a:cubicBezTo>
                    <a:pt x="401866" y="770922"/>
                    <a:pt x="394266" y="768239"/>
                    <a:pt x="386576" y="765557"/>
                  </a:cubicBezTo>
                  <a:cubicBezTo>
                    <a:pt x="378261" y="769491"/>
                    <a:pt x="369856" y="773336"/>
                    <a:pt x="361540" y="777181"/>
                  </a:cubicBezTo>
                  <a:cubicBezTo>
                    <a:pt x="356265" y="779684"/>
                    <a:pt x="356712" y="779863"/>
                    <a:pt x="358947" y="776018"/>
                  </a:cubicBezTo>
                  <a:cubicBezTo>
                    <a:pt x="362256" y="769759"/>
                    <a:pt x="365475" y="764037"/>
                    <a:pt x="368783" y="757778"/>
                  </a:cubicBezTo>
                  <a:cubicBezTo>
                    <a:pt x="362792" y="754112"/>
                    <a:pt x="356622" y="750714"/>
                    <a:pt x="350453" y="747317"/>
                  </a:cubicBezTo>
                  <a:cubicBezTo>
                    <a:pt x="348486" y="746065"/>
                    <a:pt x="349738" y="745975"/>
                    <a:pt x="351794" y="745796"/>
                  </a:cubicBezTo>
                  <a:cubicBezTo>
                    <a:pt x="361093" y="744098"/>
                    <a:pt x="370571" y="742399"/>
                    <a:pt x="379870" y="740879"/>
                  </a:cubicBezTo>
                  <a:lnTo>
                    <a:pt x="379870" y="740879"/>
                  </a:lnTo>
                  <a:close/>
                  <a:moveTo>
                    <a:pt x="321841" y="578146"/>
                  </a:moveTo>
                  <a:cubicBezTo>
                    <a:pt x="325417" y="570993"/>
                    <a:pt x="328726" y="563930"/>
                    <a:pt x="332213" y="556866"/>
                  </a:cubicBezTo>
                  <a:cubicBezTo>
                    <a:pt x="333018" y="555346"/>
                    <a:pt x="333196" y="554273"/>
                    <a:pt x="334448" y="556151"/>
                  </a:cubicBezTo>
                  <a:cubicBezTo>
                    <a:pt x="337756" y="561605"/>
                    <a:pt x="341154" y="567149"/>
                    <a:pt x="344552" y="572782"/>
                  </a:cubicBezTo>
                  <a:cubicBezTo>
                    <a:pt x="352778" y="571440"/>
                    <a:pt x="360288" y="570189"/>
                    <a:pt x="368336" y="568669"/>
                  </a:cubicBezTo>
                  <a:cubicBezTo>
                    <a:pt x="373522" y="567685"/>
                    <a:pt x="373164" y="567417"/>
                    <a:pt x="369319" y="571083"/>
                  </a:cubicBezTo>
                  <a:cubicBezTo>
                    <a:pt x="363418" y="576984"/>
                    <a:pt x="357248" y="582796"/>
                    <a:pt x="351168" y="588518"/>
                  </a:cubicBezTo>
                  <a:cubicBezTo>
                    <a:pt x="352957" y="595046"/>
                    <a:pt x="354655" y="601841"/>
                    <a:pt x="356444" y="608279"/>
                  </a:cubicBezTo>
                  <a:cubicBezTo>
                    <a:pt x="356444" y="608815"/>
                    <a:pt x="356533" y="609084"/>
                    <a:pt x="356444" y="609173"/>
                  </a:cubicBezTo>
                  <a:cubicBezTo>
                    <a:pt x="356176" y="609173"/>
                    <a:pt x="355907" y="609173"/>
                    <a:pt x="355371" y="608994"/>
                  </a:cubicBezTo>
                  <a:cubicBezTo>
                    <a:pt x="347860" y="607206"/>
                    <a:pt x="340349" y="605149"/>
                    <a:pt x="332749" y="603272"/>
                  </a:cubicBezTo>
                  <a:cubicBezTo>
                    <a:pt x="325864" y="608279"/>
                    <a:pt x="318801" y="613107"/>
                    <a:pt x="311379" y="617846"/>
                  </a:cubicBezTo>
                  <a:cubicBezTo>
                    <a:pt x="306730" y="620975"/>
                    <a:pt x="307177" y="621154"/>
                    <a:pt x="308608" y="616952"/>
                  </a:cubicBezTo>
                  <a:cubicBezTo>
                    <a:pt x="310754" y="610246"/>
                    <a:pt x="312721" y="603987"/>
                    <a:pt x="314688" y="597102"/>
                  </a:cubicBezTo>
                  <a:cubicBezTo>
                    <a:pt x="308250" y="594152"/>
                    <a:pt x="301902" y="591022"/>
                    <a:pt x="295464" y="588250"/>
                  </a:cubicBezTo>
                  <a:cubicBezTo>
                    <a:pt x="293228" y="587267"/>
                    <a:pt x="294480" y="586999"/>
                    <a:pt x="296448" y="586373"/>
                  </a:cubicBezTo>
                  <a:cubicBezTo>
                    <a:pt x="304942" y="583690"/>
                    <a:pt x="313436" y="580918"/>
                    <a:pt x="321841" y="578146"/>
                  </a:cubicBezTo>
                  <a:lnTo>
                    <a:pt x="321841" y="578146"/>
                  </a:lnTo>
                  <a:close/>
                  <a:moveTo>
                    <a:pt x="302438" y="662732"/>
                  </a:moveTo>
                  <a:cubicBezTo>
                    <a:pt x="306372" y="655936"/>
                    <a:pt x="310396" y="648962"/>
                    <a:pt x="314241" y="642256"/>
                  </a:cubicBezTo>
                  <a:cubicBezTo>
                    <a:pt x="315224" y="640647"/>
                    <a:pt x="315493" y="639573"/>
                    <a:pt x="316566" y="641540"/>
                  </a:cubicBezTo>
                  <a:cubicBezTo>
                    <a:pt x="319516" y="647084"/>
                    <a:pt x="322467" y="652717"/>
                    <a:pt x="325417" y="658261"/>
                  </a:cubicBezTo>
                  <a:cubicBezTo>
                    <a:pt x="333733" y="657277"/>
                    <a:pt x="341601" y="656294"/>
                    <a:pt x="350095" y="655400"/>
                  </a:cubicBezTo>
                  <a:cubicBezTo>
                    <a:pt x="355371" y="654774"/>
                    <a:pt x="355013" y="654416"/>
                    <a:pt x="350900" y="657725"/>
                  </a:cubicBezTo>
                  <a:cubicBezTo>
                    <a:pt x="344284" y="663089"/>
                    <a:pt x="337667" y="668364"/>
                    <a:pt x="331050" y="673819"/>
                  </a:cubicBezTo>
                  <a:cubicBezTo>
                    <a:pt x="332213" y="680346"/>
                    <a:pt x="333554" y="686784"/>
                    <a:pt x="334895" y="693221"/>
                  </a:cubicBezTo>
                  <a:cubicBezTo>
                    <a:pt x="334895" y="693758"/>
                    <a:pt x="334895" y="694026"/>
                    <a:pt x="334716" y="694205"/>
                  </a:cubicBezTo>
                  <a:cubicBezTo>
                    <a:pt x="334537" y="694295"/>
                    <a:pt x="334090" y="694205"/>
                    <a:pt x="333643" y="694026"/>
                  </a:cubicBezTo>
                  <a:cubicBezTo>
                    <a:pt x="326043" y="691791"/>
                    <a:pt x="318354" y="689377"/>
                    <a:pt x="310843" y="687141"/>
                  </a:cubicBezTo>
                  <a:cubicBezTo>
                    <a:pt x="302885" y="691344"/>
                    <a:pt x="295017" y="695546"/>
                    <a:pt x="286970" y="699838"/>
                  </a:cubicBezTo>
                  <a:cubicBezTo>
                    <a:pt x="281873" y="702699"/>
                    <a:pt x="282410" y="702789"/>
                    <a:pt x="284287" y="698854"/>
                  </a:cubicBezTo>
                  <a:cubicBezTo>
                    <a:pt x="287238" y="692506"/>
                    <a:pt x="289831" y="686605"/>
                    <a:pt x="292692" y="680257"/>
                  </a:cubicBezTo>
                  <a:cubicBezTo>
                    <a:pt x="286433" y="677038"/>
                    <a:pt x="280174" y="673908"/>
                    <a:pt x="274094" y="670689"/>
                  </a:cubicBezTo>
                  <a:cubicBezTo>
                    <a:pt x="271859" y="669706"/>
                    <a:pt x="273200" y="669527"/>
                    <a:pt x="275167" y="669080"/>
                  </a:cubicBezTo>
                  <a:cubicBezTo>
                    <a:pt x="284198" y="666934"/>
                    <a:pt x="293228" y="664967"/>
                    <a:pt x="302349" y="662821"/>
                  </a:cubicBezTo>
                  <a:lnTo>
                    <a:pt x="302349" y="662821"/>
                  </a:lnTo>
                  <a:close/>
                  <a:moveTo>
                    <a:pt x="222771" y="499016"/>
                  </a:moveTo>
                  <a:cubicBezTo>
                    <a:pt x="225900" y="491952"/>
                    <a:pt x="229030" y="484620"/>
                    <a:pt x="231980" y="477467"/>
                  </a:cubicBezTo>
                  <a:cubicBezTo>
                    <a:pt x="232785" y="475768"/>
                    <a:pt x="232964" y="474695"/>
                    <a:pt x="234216" y="476484"/>
                  </a:cubicBezTo>
                  <a:cubicBezTo>
                    <a:pt x="237882" y="481759"/>
                    <a:pt x="241727" y="486945"/>
                    <a:pt x="245303" y="492310"/>
                  </a:cubicBezTo>
                  <a:cubicBezTo>
                    <a:pt x="253618" y="490432"/>
                    <a:pt x="261040" y="488733"/>
                    <a:pt x="269176" y="486945"/>
                  </a:cubicBezTo>
                  <a:cubicBezTo>
                    <a:pt x="274362" y="485783"/>
                    <a:pt x="274005" y="485335"/>
                    <a:pt x="270249" y="489359"/>
                  </a:cubicBezTo>
                  <a:cubicBezTo>
                    <a:pt x="264527" y="495350"/>
                    <a:pt x="258715" y="501430"/>
                    <a:pt x="252814" y="507331"/>
                  </a:cubicBezTo>
                  <a:cubicBezTo>
                    <a:pt x="255049" y="513680"/>
                    <a:pt x="257195" y="519939"/>
                    <a:pt x="259341" y="526197"/>
                  </a:cubicBezTo>
                  <a:cubicBezTo>
                    <a:pt x="259520" y="526734"/>
                    <a:pt x="259520" y="527002"/>
                    <a:pt x="259430" y="527181"/>
                  </a:cubicBezTo>
                  <a:cubicBezTo>
                    <a:pt x="259162" y="527181"/>
                    <a:pt x="258894" y="527181"/>
                    <a:pt x="258357" y="527002"/>
                  </a:cubicBezTo>
                  <a:cubicBezTo>
                    <a:pt x="250578" y="525750"/>
                    <a:pt x="242889" y="524320"/>
                    <a:pt x="235021" y="522979"/>
                  </a:cubicBezTo>
                  <a:cubicBezTo>
                    <a:pt x="228315" y="528164"/>
                    <a:pt x="221340" y="533351"/>
                    <a:pt x="214277" y="538626"/>
                  </a:cubicBezTo>
                  <a:cubicBezTo>
                    <a:pt x="209806" y="541934"/>
                    <a:pt x="210253" y="542202"/>
                    <a:pt x="211415" y="537821"/>
                  </a:cubicBezTo>
                  <a:cubicBezTo>
                    <a:pt x="213204" y="531204"/>
                    <a:pt x="214724" y="524856"/>
                    <a:pt x="216333" y="518061"/>
                  </a:cubicBezTo>
                  <a:cubicBezTo>
                    <a:pt x="209806" y="515468"/>
                    <a:pt x="203100" y="512964"/>
                    <a:pt x="196483" y="510550"/>
                  </a:cubicBezTo>
                  <a:cubicBezTo>
                    <a:pt x="194159" y="509745"/>
                    <a:pt x="195500" y="509388"/>
                    <a:pt x="197288" y="508762"/>
                  </a:cubicBezTo>
                  <a:cubicBezTo>
                    <a:pt x="205782" y="505364"/>
                    <a:pt x="214187" y="502235"/>
                    <a:pt x="222592" y="499016"/>
                  </a:cubicBezTo>
                  <a:lnTo>
                    <a:pt x="222592" y="499016"/>
                  </a:lnTo>
                  <a:close/>
                  <a:moveTo>
                    <a:pt x="208912" y="582707"/>
                  </a:moveTo>
                  <a:cubicBezTo>
                    <a:pt x="212310" y="575822"/>
                    <a:pt x="215707" y="568937"/>
                    <a:pt x="219194" y="562052"/>
                  </a:cubicBezTo>
                  <a:cubicBezTo>
                    <a:pt x="220088" y="560443"/>
                    <a:pt x="220267" y="559370"/>
                    <a:pt x="221430" y="561247"/>
                  </a:cubicBezTo>
                  <a:cubicBezTo>
                    <a:pt x="224917" y="566255"/>
                    <a:pt x="228315" y="571440"/>
                    <a:pt x="231623" y="576627"/>
                  </a:cubicBezTo>
                  <a:cubicBezTo>
                    <a:pt x="240028" y="575017"/>
                    <a:pt x="247807" y="573676"/>
                    <a:pt x="256212" y="572156"/>
                  </a:cubicBezTo>
                  <a:cubicBezTo>
                    <a:pt x="261397" y="571172"/>
                    <a:pt x="261040" y="570815"/>
                    <a:pt x="257106" y="574391"/>
                  </a:cubicBezTo>
                  <a:cubicBezTo>
                    <a:pt x="250847" y="580024"/>
                    <a:pt x="244588" y="585657"/>
                    <a:pt x="238329" y="591380"/>
                  </a:cubicBezTo>
                  <a:cubicBezTo>
                    <a:pt x="240117" y="597460"/>
                    <a:pt x="241995" y="603719"/>
                    <a:pt x="243694" y="609978"/>
                  </a:cubicBezTo>
                  <a:cubicBezTo>
                    <a:pt x="243694" y="610425"/>
                    <a:pt x="243783" y="610693"/>
                    <a:pt x="243694" y="610872"/>
                  </a:cubicBezTo>
                  <a:cubicBezTo>
                    <a:pt x="243515" y="610872"/>
                    <a:pt x="243068" y="610872"/>
                    <a:pt x="242621" y="610693"/>
                  </a:cubicBezTo>
                  <a:cubicBezTo>
                    <a:pt x="234842" y="608994"/>
                    <a:pt x="226973" y="607385"/>
                    <a:pt x="219194" y="605865"/>
                  </a:cubicBezTo>
                  <a:cubicBezTo>
                    <a:pt x="211773" y="610514"/>
                    <a:pt x="204352" y="615253"/>
                    <a:pt x="196841" y="619903"/>
                  </a:cubicBezTo>
                  <a:cubicBezTo>
                    <a:pt x="192102" y="623121"/>
                    <a:pt x="192639" y="623211"/>
                    <a:pt x="194069" y="619187"/>
                  </a:cubicBezTo>
                  <a:cubicBezTo>
                    <a:pt x="196305" y="612749"/>
                    <a:pt x="198450" y="606848"/>
                    <a:pt x="200686" y="600411"/>
                  </a:cubicBezTo>
                  <a:cubicBezTo>
                    <a:pt x="194159" y="597817"/>
                    <a:pt x="187542" y="595314"/>
                    <a:pt x="181104" y="592810"/>
                  </a:cubicBezTo>
                  <a:cubicBezTo>
                    <a:pt x="178869" y="591916"/>
                    <a:pt x="180210" y="591648"/>
                    <a:pt x="181998" y="591111"/>
                  </a:cubicBezTo>
                  <a:cubicBezTo>
                    <a:pt x="190850" y="588250"/>
                    <a:pt x="199702" y="585478"/>
                    <a:pt x="208644" y="582617"/>
                  </a:cubicBezTo>
                  <a:lnTo>
                    <a:pt x="208644" y="582617"/>
                  </a:lnTo>
                  <a:close/>
                  <a:moveTo>
                    <a:pt x="131748" y="432045"/>
                  </a:moveTo>
                  <a:cubicBezTo>
                    <a:pt x="134609" y="424624"/>
                    <a:pt x="137649" y="417113"/>
                    <a:pt x="140421" y="409692"/>
                  </a:cubicBezTo>
                  <a:cubicBezTo>
                    <a:pt x="141137" y="407904"/>
                    <a:pt x="141315" y="406831"/>
                    <a:pt x="142567" y="408798"/>
                  </a:cubicBezTo>
                  <a:cubicBezTo>
                    <a:pt x="146412" y="414073"/>
                    <a:pt x="150167" y="419259"/>
                    <a:pt x="153923" y="424624"/>
                  </a:cubicBezTo>
                  <a:cubicBezTo>
                    <a:pt x="162059" y="422389"/>
                    <a:pt x="169570" y="420422"/>
                    <a:pt x="177796" y="418186"/>
                  </a:cubicBezTo>
                  <a:cubicBezTo>
                    <a:pt x="182803" y="416845"/>
                    <a:pt x="182535" y="416398"/>
                    <a:pt x="178869" y="420600"/>
                  </a:cubicBezTo>
                  <a:cubicBezTo>
                    <a:pt x="173325" y="426859"/>
                    <a:pt x="167513" y="433118"/>
                    <a:pt x="161880" y="439467"/>
                  </a:cubicBezTo>
                  <a:cubicBezTo>
                    <a:pt x="164205" y="445815"/>
                    <a:pt x="166530" y="452163"/>
                    <a:pt x="168765" y="458422"/>
                  </a:cubicBezTo>
                  <a:cubicBezTo>
                    <a:pt x="168944" y="458869"/>
                    <a:pt x="168944" y="459137"/>
                    <a:pt x="168944" y="459316"/>
                  </a:cubicBezTo>
                  <a:cubicBezTo>
                    <a:pt x="168765" y="459406"/>
                    <a:pt x="168497" y="459316"/>
                    <a:pt x="167871" y="459316"/>
                  </a:cubicBezTo>
                  <a:cubicBezTo>
                    <a:pt x="160092" y="458333"/>
                    <a:pt x="152403" y="457170"/>
                    <a:pt x="144624" y="456097"/>
                  </a:cubicBezTo>
                  <a:cubicBezTo>
                    <a:pt x="137918" y="461641"/>
                    <a:pt x="131301" y="467185"/>
                    <a:pt x="124327" y="472818"/>
                  </a:cubicBezTo>
                  <a:cubicBezTo>
                    <a:pt x="120035" y="476394"/>
                    <a:pt x="120482" y="476663"/>
                    <a:pt x="121555" y="472192"/>
                  </a:cubicBezTo>
                  <a:cubicBezTo>
                    <a:pt x="122986" y="465307"/>
                    <a:pt x="124506" y="458780"/>
                    <a:pt x="125936" y="451805"/>
                  </a:cubicBezTo>
                  <a:cubicBezTo>
                    <a:pt x="119230" y="449481"/>
                    <a:pt x="112614" y="447246"/>
                    <a:pt x="105908" y="444921"/>
                  </a:cubicBezTo>
                  <a:cubicBezTo>
                    <a:pt x="103583" y="444116"/>
                    <a:pt x="104835" y="443758"/>
                    <a:pt x="106623" y="442954"/>
                  </a:cubicBezTo>
                  <a:cubicBezTo>
                    <a:pt x="114938" y="439377"/>
                    <a:pt x="123254" y="435801"/>
                    <a:pt x="131659" y="432224"/>
                  </a:cubicBezTo>
                  <a:lnTo>
                    <a:pt x="131659" y="432224"/>
                  </a:lnTo>
                  <a:close/>
                  <a:moveTo>
                    <a:pt x="120482" y="517792"/>
                  </a:moveTo>
                  <a:cubicBezTo>
                    <a:pt x="123701" y="510550"/>
                    <a:pt x="126741" y="503397"/>
                    <a:pt x="129960" y="496333"/>
                  </a:cubicBezTo>
                  <a:cubicBezTo>
                    <a:pt x="130765" y="494634"/>
                    <a:pt x="130943" y="493562"/>
                    <a:pt x="132106" y="495350"/>
                  </a:cubicBezTo>
                  <a:cubicBezTo>
                    <a:pt x="135772" y="500446"/>
                    <a:pt x="139348" y="505453"/>
                    <a:pt x="142835" y="510461"/>
                  </a:cubicBezTo>
                  <a:cubicBezTo>
                    <a:pt x="151151" y="508494"/>
                    <a:pt x="158840" y="506616"/>
                    <a:pt x="167245" y="504559"/>
                  </a:cubicBezTo>
                  <a:cubicBezTo>
                    <a:pt x="172431" y="503308"/>
                    <a:pt x="172074" y="503039"/>
                    <a:pt x="168229" y="506795"/>
                  </a:cubicBezTo>
                  <a:cubicBezTo>
                    <a:pt x="162328" y="512785"/>
                    <a:pt x="156337" y="518687"/>
                    <a:pt x="150435" y="524677"/>
                  </a:cubicBezTo>
                  <a:cubicBezTo>
                    <a:pt x="152492" y="530847"/>
                    <a:pt x="154638" y="536927"/>
                    <a:pt x="156694" y="542918"/>
                  </a:cubicBezTo>
                  <a:cubicBezTo>
                    <a:pt x="156963" y="543275"/>
                    <a:pt x="156963" y="543633"/>
                    <a:pt x="156873" y="543812"/>
                  </a:cubicBezTo>
                  <a:cubicBezTo>
                    <a:pt x="156516" y="543901"/>
                    <a:pt x="156247" y="543901"/>
                    <a:pt x="155711" y="543812"/>
                  </a:cubicBezTo>
                  <a:cubicBezTo>
                    <a:pt x="147932" y="542560"/>
                    <a:pt x="140063" y="541487"/>
                    <a:pt x="132285" y="540325"/>
                  </a:cubicBezTo>
                  <a:cubicBezTo>
                    <a:pt x="125132" y="545511"/>
                    <a:pt x="118068" y="550697"/>
                    <a:pt x="111004" y="555972"/>
                  </a:cubicBezTo>
                  <a:cubicBezTo>
                    <a:pt x="106444" y="559549"/>
                    <a:pt x="106981" y="559549"/>
                    <a:pt x="108143" y="555525"/>
                  </a:cubicBezTo>
                  <a:cubicBezTo>
                    <a:pt x="110021" y="548908"/>
                    <a:pt x="111720" y="542739"/>
                    <a:pt x="113597" y="536122"/>
                  </a:cubicBezTo>
                  <a:cubicBezTo>
                    <a:pt x="107070" y="533798"/>
                    <a:pt x="100453" y="531562"/>
                    <a:pt x="93926" y="529595"/>
                  </a:cubicBezTo>
                  <a:cubicBezTo>
                    <a:pt x="91780" y="528701"/>
                    <a:pt x="92853" y="528522"/>
                    <a:pt x="94820" y="527717"/>
                  </a:cubicBezTo>
                  <a:cubicBezTo>
                    <a:pt x="103315" y="524409"/>
                    <a:pt x="111988" y="521011"/>
                    <a:pt x="120571" y="517792"/>
                  </a:cubicBezTo>
                  <a:lnTo>
                    <a:pt x="120571" y="517792"/>
                  </a:lnTo>
                  <a:close/>
                  <a:moveTo>
                    <a:pt x="26687" y="452074"/>
                  </a:moveTo>
                  <a:cubicBezTo>
                    <a:pt x="29727" y="444563"/>
                    <a:pt x="32589" y="436963"/>
                    <a:pt x="35539" y="429542"/>
                  </a:cubicBezTo>
                  <a:cubicBezTo>
                    <a:pt x="36165" y="427753"/>
                    <a:pt x="36344" y="426770"/>
                    <a:pt x="37685" y="428469"/>
                  </a:cubicBezTo>
                  <a:cubicBezTo>
                    <a:pt x="41441" y="433476"/>
                    <a:pt x="45107" y="438572"/>
                    <a:pt x="48683" y="443580"/>
                  </a:cubicBezTo>
                  <a:cubicBezTo>
                    <a:pt x="56820" y="441255"/>
                    <a:pt x="64330" y="439109"/>
                    <a:pt x="72467" y="436784"/>
                  </a:cubicBezTo>
                  <a:cubicBezTo>
                    <a:pt x="77564" y="435353"/>
                    <a:pt x="77206" y="434817"/>
                    <a:pt x="73451" y="439019"/>
                  </a:cubicBezTo>
                  <a:cubicBezTo>
                    <a:pt x="67818" y="445368"/>
                    <a:pt x="62095" y="451805"/>
                    <a:pt x="56373" y="458243"/>
                  </a:cubicBezTo>
                  <a:cubicBezTo>
                    <a:pt x="58698" y="464413"/>
                    <a:pt x="60933" y="470582"/>
                    <a:pt x="63257" y="476573"/>
                  </a:cubicBezTo>
                  <a:cubicBezTo>
                    <a:pt x="63436" y="477110"/>
                    <a:pt x="63436" y="477288"/>
                    <a:pt x="63257" y="477556"/>
                  </a:cubicBezTo>
                  <a:cubicBezTo>
                    <a:pt x="63079" y="477646"/>
                    <a:pt x="62811" y="477646"/>
                    <a:pt x="62274" y="477556"/>
                  </a:cubicBezTo>
                  <a:cubicBezTo>
                    <a:pt x="54406" y="476841"/>
                    <a:pt x="46716" y="475947"/>
                    <a:pt x="39027" y="475232"/>
                  </a:cubicBezTo>
                  <a:cubicBezTo>
                    <a:pt x="32321" y="480865"/>
                    <a:pt x="25615" y="486587"/>
                    <a:pt x="18909" y="492399"/>
                  </a:cubicBezTo>
                  <a:cubicBezTo>
                    <a:pt x="14706" y="496155"/>
                    <a:pt x="15153" y="496333"/>
                    <a:pt x="16226" y="492041"/>
                  </a:cubicBezTo>
                  <a:cubicBezTo>
                    <a:pt x="17746" y="485067"/>
                    <a:pt x="19177" y="478540"/>
                    <a:pt x="20697" y="471566"/>
                  </a:cubicBezTo>
                  <a:cubicBezTo>
                    <a:pt x="14259" y="469420"/>
                    <a:pt x="7642" y="467542"/>
                    <a:pt x="1205" y="465486"/>
                  </a:cubicBezTo>
                  <a:cubicBezTo>
                    <a:pt x="-1031" y="464860"/>
                    <a:pt x="221" y="464323"/>
                    <a:pt x="1920" y="463608"/>
                  </a:cubicBezTo>
                  <a:cubicBezTo>
                    <a:pt x="10235" y="459763"/>
                    <a:pt x="18551" y="455829"/>
                    <a:pt x="26687" y="451984"/>
                  </a:cubicBezTo>
                  <a:lnTo>
                    <a:pt x="26687" y="451984"/>
                  </a:lnTo>
                  <a:close/>
                  <a:moveTo>
                    <a:pt x="610646" y="552932"/>
                  </a:moveTo>
                  <a:cubicBezTo>
                    <a:pt x="613597" y="545064"/>
                    <a:pt x="616458" y="537106"/>
                    <a:pt x="619319" y="529237"/>
                  </a:cubicBezTo>
                  <a:cubicBezTo>
                    <a:pt x="620034" y="527360"/>
                    <a:pt x="620213" y="526287"/>
                    <a:pt x="621375" y="528343"/>
                  </a:cubicBezTo>
                  <a:cubicBezTo>
                    <a:pt x="624684" y="534602"/>
                    <a:pt x="628081" y="540772"/>
                    <a:pt x="631390" y="547120"/>
                  </a:cubicBezTo>
                  <a:cubicBezTo>
                    <a:pt x="638990" y="545600"/>
                    <a:pt x="645964" y="544259"/>
                    <a:pt x="653564" y="542918"/>
                  </a:cubicBezTo>
                  <a:cubicBezTo>
                    <a:pt x="658303" y="542024"/>
                    <a:pt x="657945" y="541487"/>
                    <a:pt x="654548" y="545600"/>
                  </a:cubicBezTo>
                  <a:cubicBezTo>
                    <a:pt x="649183" y="552127"/>
                    <a:pt x="643729" y="558386"/>
                    <a:pt x="638364" y="564734"/>
                  </a:cubicBezTo>
                  <a:cubicBezTo>
                    <a:pt x="640331" y="572156"/>
                    <a:pt x="642387" y="579398"/>
                    <a:pt x="644355" y="586730"/>
                  </a:cubicBezTo>
                  <a:cubicBezTo>
                    <a:pt x="644533" y="587267"/>
                    <a:pt x="644533" y="587535"/>
                    <a:pt x="644355" y="587892"/>
                  </a:cubicBezTo>
                  <a:cubicBezTo>
                    <a:pt x="644265" y="587803"/>
                    <a:pt x="643997" y="587803"/>
                    <a:pt x="643460" y="587624"/>
                  </a:cubicBezTo>
                  <a:cubicBezTo>
                    <a:pt x="636307" y="585568"/>
                    <a:pt x="629065" y="583422"/>
                    <a:pt x="621912" y="581186"/>
                  </a:cubicBezTo>
                  <a:cubicBezTo>
                    <a:pt x="615385" y="586373"/>
                    <a:pt x="608947" y="591648"/>
                    <a:pt x="602420" y="597013"/>
                  </a:cubicBezTo>
                  <a:cubicBezTo>
                    <a:pt x="598396" y="600321"/>
                    <a:pt x="598754" y="600589"/>
                    <a:pt x="599738" y="595940"/>
                  </a:cubicBezTo>
                  <a:cubicBezTo>
                    <a:pt x="601436" y="588340"/>
                    <a:pt x="603046" y="581276"/>
                    <a:pt x="604655" y="573765"/>
                  </a:cubicBezTo>
                  <a:cubicBezTo>
                    <a:pt x="598486" y="570189"/>
                    <a:pt x="592227" y="566791"/>
                    <a:pt x="586147" y="563304"/>
                  </a:cubicBezTo>
                  <a:cubicBezTo>
                    <a:pt x="584090" y="562142"/>
                    <a:pt x="585253" y="561784"/>
                    <a:pt x="586862" y="561337"/>
                  </a:cubicBezTo>
                  <a:cubicBezTo>
                    <a:pt x="594909" y="558654"/>
                    <a:pt x="602867" y="555883"/>
                    <a:pt x="610556" y="553021"/>
                  </a:cubicBezTo>
                  <a:lnTo>
                    <a:pt x="610556" y="553021"/>
                  </a:lnTo>
                  <a:close/>
                  <a:moveTo>
                    <a:pt x="239402" y="232385"/>
                  </a:moveTo>
                  <a:cubicBezTo>
                    <a:pt x="242174" y="224427"/>
                    <a:pt x="244856" y="216470"/>
                    <a:pt x="247449" y="208512"/>
                  </a:cubicBezTo>
                  <a:cubicBezTo>
                    <a:pt x="247985" y="206634"/>
                    <a:pt x="248164" y="205561"/>
                    <a:pt x="249506" y="207528"/>
                  </a:cubicBezTo>
                  <a:cubicBezTo>
                    <a:pt x="253350" y="213251"/>
                    <a:pt x="257284" y="218884"/>
                    <a:pt x="261129" y="224606"/>
                  </a:cubicBezTo>
                  <a:cubicBezTo>
                    <a:pt x="268908" y="222371"/>
                    <a:pt x="276240" y="220404"/>
                    <a:pt x="284108" y="218258"/>
                  </a:cubicBezTo>
                  <a:cubicBezTo>
                    <a:pt x="289116" y="216649"/>
                    <a:pt x="288758" y="216291"/>
                    <a:pt x="285271" y="220761"/>
                  </a:cubicBezTo>
                  <a:cubicBezTo>
                    <a:pt x="279906" y="227378"/>
                    <a:pt x="274631" y="234084"/>
                    <a:pt x="269355" y="240790"/>
                  </a:cubicBezTo>
                  <a:cubicBezTo>
                    <a:pt x="271859" y="247585"/>
                    <a:pt x="274452" y="254381"/>
                    <a:pt x="277045" y="261087"/>
                  </a:cubicBezTo>
                  <a:cubicBezTo>
                    <a:pt x="277224" y="261623"/>
                    <a:pt x="277224" y="261892"/>
                    <a:pt x="277134" y="262071"/>
                  </a:cubicBezTo>
                  <a:cubicBezTo>
                    <a:pt x="276955" y="262160"/>
                    <a:pt x="276687" y="262071"/>
                    <a:pt x="276151" y="262071"/>
                  </a:cubicBezTo>
                  <a:cubicBezTo>
                    <a:pt x="268282" y="260908"/>
                    <a:pt x="260682" y="259567"/>
                    <a:pt x="252992" y="258226"/>
                  </a:cubicBezTo>
                  <a:cubicBezTo>
                    <a:pt x="246555" y="264037"/>
                    <a:pt x="240206" y="269939"/>
                    <a:pt x="233679" y="276019"/>
                  </a:cubicBezTo>
                  <a:cubicBezTo>
                    <a:pt x="229745" y="279774"/>
                    <a:pt x="230103" y="280043"/>
                    <a:pt x="230907" y="275304"/>
                  </a:cubicBezTo>
                  <a:cubicBezTo>
                    <a:pt x="232159" y="267882"/>
                    <a:pt x="233232" y="260729"/>
                    <a:pt x="234395" y="253219"/>
                  </a:cubicBezTo>
                  <a:cubicBezTo>
                    <a:pt x="227689" y="250536"/>
                    <a:pt x="221072" y="247854"/>
                    <a:pt x="214455" y="245261"/>
                  </a:cubicBezTo>
                  <a:cubicBezTo>
                    <a:pt x="212131" y="244367"/>
                    <a:pt x="213382" y="244009"/>
                    <a:pt x="215171" y="243204"/>
                  </a:cubicBezTo>
                  <a:cubicBezTo>
                    <a:pt x="223307" y="239538"/>
                    <a:pt x="231444" y="235962"/>
                    <a:pt x="239402" y="232385"/>
                  </a:cubicBezTo>
                  <a:lnTo>
                    <a:pt x="239402" y="232385"/>
                  </a:lnTo>
                  <a:close/>
                  <a:moveTo>
                    <a:pt x="131569" y="345583"/>
                  </a:moveTo>
                  <a:cubicBezTo>
                    <a:pt x="134341" y="337893"/>
                    <a:pt x="137202" y="330114"/>
                    <a:pt x="140063" y="322425"/>
                  </a:cubicBezTo>
                  <a:cubicBezTo>
                    <a:pt x="140689" y="320547"/>
                    <a:pt x="140689" y="319653"/>
                    <a:pt x="142120" y="321441"/>
                  </a:cubicBezTo>
                  <a:cubicBezTo>
                    <a:pt x="145965" y="326985"/>
                    <a:pt x="149810" y="332349"/>
                    <a:pt x="153654" y="337803"/>
                  </a:cubicBezTo>
                  <a:cubicBezTo>
                    <a:pt x="161791" y="335479"/>
                    <a:pt x="169212" y="333512"/>
                    <a:pt x="177349" y="331276"/>
                  </a:cubicBezTo>
                  <a:cubicBezTo>
                    <a:pt x="182177" y="329935"/>
                    <a:pt x="181998" y="329399"/>
                    <a:pt x="178422" y="333691"/>
                  </a:cubicBezTo>
                  <a:cubicBezTo>
                    <a:pt x="172968" y="340218"/>
                    <a:pt x="167424" y="346745"/>
                    <a:pt x="161880" y="353362"/>
                  </a:cubicBezTo>
                  <a:cubicBezTo>
                    <a:pt x="164295" y="359889"/>
                    <a:pt x="166709" y="366326"/>
                    <a:pt x="169123" y="372854"/>
                  </a:cubicBezTo>
                  <a:cubicBezTo>
                    <a:pt x="169302" y="373390"/>
                    <a:pt x="169302" y="373658"/>
                    <a:pt x="169123" y="373837"/>
                  </a:cubicBezTo>
                  <a:cubicBezTo>
                    <a:pt x="168944" y="374016"/>
                    <a:pt x="168676" y="374016"/>
                    <a:pt x="168050" y="373837"/>
                  </a:cubicBezTo>
                  <a:cubicBezTo>
                    <a:pt x="160271" y="372585"/>
                    <a:pt x="152582" y="371602"/>
                    <a:pt x="144713" y="370440"/>
                  </a:cubicBezTo>
                  <a:cubicBezTo>
                    <a:pt x="138096" y="376341"/>
                    <a:pt x="131569" y="382063"/>
                    <a:pt x="125042" y="387786"/>
                  </a:cubicBezTo>
                  <a:cubicBezTo>
                    <a:pt x="120750" y="391451"/>
                    <a:pt x="121287" y="391809"/>
                    <a:pt x="122181" y="387249"/>
                  </a:cubicBezTo>
                  <a:cubicBezTo>
                    <a:pt x="123522" y="380096"/>
                    <a:pt x="124774" y="373122"/>
                    <a:pt x="126115" y="365879"/>
                  </a:cubicBezTo>
                  <a:cubicBezTo>
                    <a:pt x="119409" y="363465"/>
                    <a:pt x="112793" y="361051"/>
                    <a:pt x="106087" y="358637"/>
                  </a:cubicBezTo>
                  <a:cubicBezTo>
                    <a:pt x="103762" y="357832"/>
                    <a:pt x="104924" y="357474"/>
                    <a:pt x="106891" y="356670"/>
                  </a:cubicBezTo>
                  <a:cubicBezTo>
                    <a:pt x="115117" y="353004"/>
                    <a:pt x="123433" y="349249"/>
                    <a:pt x="131659" y="345672"/>
                  </a:cubicBezTo>
                  <a:lnTo>
                    <a:pt x="131659" y="345672"/>
                  </a:lnTo>
                  <a:close/>
                  <a:moveTo>
                    <a:pt x="342495" y="115612"/>
                  </a:moveTo>
                  <a:cubicBezTo>
                    <a:pt x="344820" y="107028"/>
                    <a:pt x="346966" y="98623"/>
                    <a:pt x="349112" y="90307"/>
                  </a:cubicBezTo>
                  <a:cubicBezTo>
                    <a:pt x="349648" y="88251"/>
                    <a:pt x="349738" y="87178"/>
                    <a:pt x="351168" y="89145"/>
                  </a:cubicBezTo>
                  <a:cubicBezTo>
                    <a:pt x="355103" y="95136"/>
                    <a:pt x="359037" y="100948"/>
                    <a:pt x="362882" y="107117"/>
                  </a:cubicBezTo>
                  <a:cubicBezTo>
                    <a:pt x="370392" y="104614"/>
                    <a:pt x="377277" y="102557"/>
                    <a:pt x="384788" y="100143"/>
                  </a:cubicBezTo>
                  <a:cubicBezTo>
                    <a:pt x="389437" y="98534"/>
                    <a:pt x="389080" y="98086"/>
                    <a:pt x="385950" y="102736"/>
                  </a:cubicBezTo>
                  <a:cubicBezTo>
                    <a:pt x="381122" y="109800"/>
                    <a:pt x="376204" y="116863"/>
                    <a:pt x="371376" y="124016"/>
                  </a:cubicBezTo>
                  <a:cubicBezTo>
                    <a:pt x="374058" y="131080"/>
                    <a:pt x="376651" y="138322"/>
                    <a:pt x="379423" y="145476"/>
                  </a:cubicBezTo>
                  <a:cubicBezTo>
                    <a:pt x="379602" y="146012"/>
                    <a:pt x="379691" y="146280"/>
                    <a:pt x="379602" y="146549"/>
                  </a:cubicBezTo>
                  <a:cubicBezTo>
                    <a:pt x="379512" y="146549"/>
                    <a:pt x="379065" y="146549"/>
                    <a:pt x="378529" y="146549"/>
                  </a:cubicBezTo>
                  <a:cubicBezTo>
                    <a:pt x="371197" y="145207"/>
                    <a:pt x="363776" y="143866"/>
                    <a:pt x="356176" y="142525"/>
                  </a:cubicBezTo>
                  <a:cubicBezTo>
                    <a:pt x="350185" y="148605"/>
                    <a:pt x="344105" y="154775"/>
                    <a:pt x="338025" y="160944"/>
                  </a:cubicBezTo>
                  <a:cubicBezTo>
                    <a:pt x="334180" y="164789"/>
                    <a:pt x="334716" y="165146"/>
                    <a:pt x="335253" y="160318"/>
                  </a:cubicBezTo>
                  <a:cubicBezTo>
                    <a:pt x="336236" y="152450"/>
                    <a:pt x="337130" y="145118"/>
                    <a:pt x="338114" y="137160"/>
                  </a:cubicBezTo>
                  <a:cubicBezTo>
                    <a:pt x="331587" y="134478"/>
                    <a:pt x="325060" y="131616"/>
                    <a:pt x="318622" y="128845"/>
                  </a:cubicBezTo>
                  <a:cubicBezTo>
                    <a:pt x="316387" y="127951"/>
                    <a:pt x="317638" y="127503"/>
                    <a:pt x="319248" y="126788"/>
                  </a:cubicBezTo>
                  <a:cubicBezTo>
                    <a:pt x="327116" y="123033"/>
                    <a:pt x="334895" y="119278"/>
                    <a:pt x="342495" y="115433"/>
                  </a:cubicBezTo>
                  <a:lnTo>
                    <a:pt x="342495" y="115433"/>
                  </a:lnTo>
                  <a:close/>
                  <a:moveTo>
                    <a:pt x="236183" y="327879"/>
                  </a:moveTo>
                  <a:cubicBezTo>
                    <a:pt x="238776" y="320100"/>
                    <a:pt x="241727" y="312321"/>
                    <a:pt x="244319" y="304721"/>
                  </a:cubicBezTo>
                  <a:cubicBezTo>
                    <a:pt x="244945" y="302843"/>
                    <a:pt x="245124" y="301770"/>
                    <a:pt x="246376" y="303737"/>
                  </a:cubicBezTo>
                  <a:cubicBezTo>
                    <a:pt x="250400" y="309281"/>
                    <a:pt x="254334" y="314824"/>
                    <a:pt x="258000" y="320368"/>
                  </a:cubicBezTo>
                  <a:cubicBezTo>
                    <a:pt x="266047" y="318311"/>
                    <a:pt x="273379" y="316344"/>
                    <a:pt x="281426" y="314198"/>
                  </a:cubicBezTo>
                  <a:cubicBezTo>
                    <a:pt x="286433" y="312857"/>
                    <a:pt x="286165" y="312410"/>
                    <a:pt x="282588" y="316702"/>
                  </a:cubicBezTo>
                  <a:cubicBezTo>
                    <a:pt x="277134" y="323229"/>
                    <a:pt x="271680" y="329667"/>
                    <a:pt x="266315" y="336194"/>
                  </a:cubicBezTo>
                  <a:cubicBezTo>
                    <a:pt x="268729" y="342721"/>
                    <a:pt x="271233" y="349427"/>
                    <a:pt x="273826" y="356044"/>
                  </a:cubicBezTo>
                  <a:cubicBezTo>
                    <a:pt x="273826" y="356580"/>
                    <a:pt x="274005" y="356938"/>
                    <a:pt x="273826" y="357028"/>
                  </a:cubicBezTo>
                  <a:cubicBezTo>
                    <a:pt x="273647" y="357206"/>
                    <a:pt x="273289" y="357206"/>
                    <a:pt x="272664" y="357206"/>
                  </a:cubicBezTo>
                  <a:cubicBezTo>
                    <a:pt x="264974" y="355776"/>
                    <a:pt x="257284" y="354434"/>
                    <a:pt x="249416" y="353272"/>
                  </a:cubicBezTo>
                  <a:cubicBezTo>
                    <a:pt x="242889" y="358905"/>
                    <a:pt x="236451" y="364627"/>
                    <a:pt x="229924" y="370261"/>
                  </a:cubicBezTo>
                  <a:cubicBezTo>
                    <a:pt x="225811" y="374016"/>
                    <a:pt x="226258" y="374195"/>
                    <a:pt x="227152" y="369724"/>
                  </a:cubicBezTo>
                  <a:cubicBezTo>
                    <a:pt x="228315" y="362303"/>
                    <a:pt x="229477" y="355597"/>
                    <a:pt x="230818" y="348265"/>
                  </a:cubicBezTo>
                  <a:cubicBezTo>
                    <a:pt x="224023" y="345761"/>
                    <a:pt x="217406" y="343168"/>
                    <a:pt x="210700" y="340665"/>
                  </a:cubicBezTo>
                  <a:cubicBezTo>
                    <a:pt x="208375" y="339681"/>
                    <a:pt x="209627" y="339413"/>
                    <a:pt x="211415" y="338698"/>
                  </a:cubicBezTo>
                  <a:cubicBezTo>
                    <a:pt x="219642" y="335032"/>
                    <a:pt x="227778" y="331545"/>
                    <a:pt x="236094" y="328147"/>
                  </a:cubicBezTo>
                  <a:lnTo>
                    <a:pt x="236094" y="328147"/>
                  </a:lnTo>
                  <a:close/>
                  <a:moveTo>
                    <a:pt x="439241" y="95941"/>
                  </a:moveTo>
                  <a:cubicBezTo>
                    <a:pt x="441208" y="87357"/>
                    <a:pt x="443085" y="78684"/>
                    <a:pt x="445052" y="70100"/>
                  </a:cubicBezTo>
                  <a:cubicBezTo>
                    <a:pt x="445499" y="68044"/>
                    <a:pt x="445499" y="66703"/>
                    <a:pt x="446840" y="68848"/>
                  </a:cubicBezTo>
                  <a:cubicBezTo>
                    <a:pt x="450864" y="75018"/>
                    <a:pt x="454888" y="81098"/>
                    <a:pt x="458822" y="87267"/>
                  </a:cubicBezTo>
                  <a:cubicBezTo>
                    <a:pt x="465886" y="84585"/>
                    <a:pt x="472502" y="82171"/>
                    <a:pt x="479656" y="79489"/>
                  </a:cubicBezTo>
                  <a:cubicBezTo>
                    <a:pt x="484126" y="77879"/>
                    <a:pt x="483768" y="77343"/>
                    <a:pt x="480907" y="82171"/>
                  </a:cubicBezTo>
                  <a:cubicBezTo>
                    <a:pt x="476705" y="89682"/>
                    <a:pt x="472234" y="97192"/>
                    <a:pt x="467674" y="104524"/>
                  </a:cubicBezTo>
                  <a:cubicBezTo>
                    <a:pt x="470446" y="111767"/>
                    <a:pt x="473217" y="119099"/>
                    <a:pt x="476079" y="126431"/>
                  </a:cubicBezTo>
                  <a:cubicBezTo>
                    <a:pt x="476168" y="126967"/>
                    <a:pt x="476258" y="127325"/>
                    <a:pt x="476258" y="127503"/>
                  </a:cubicBezTo>
                  <a:cubicBezTo>
                    <a:pt x="476168" y="127503"/>
                    <a:pt x="475810" y="127503"/>
                    <a:pt x="475363" y="127503"/>
                  </a:cubicBezTo>
                  <a:cubicBezTo>
                    <a:pt x="468121" y="126162"/>
                    <a:pt x="460789" y="125000"/>
                    <a:pt x="453636" y="123748"/>
                  </a:cubicBezTo>
                  <a:cubicBezTo>
                    <a:pt x="448003" y="130186"/>
                    <a:pt x="442549" y="136534"/>
                    <a:pt x="436647" y="142793"/>
                  </a:cubicBezTo>
                  <a:cubicBezTo>
                    <a:pt x="432982" y="146817"/>
                    <a:pt x="433339" y="147085"/>
                    <a:pt x="433965" y="142167"/>
                  </a:cubicBezTo>
                  <a:cubicBezTo>
                    <a:pt x="434680" y="134120"/>
                    <a:pt x="435306" y="126699"/>
                    <a:pt x="435932" y="118562"/>
                  </a:cubicBezTo>
                  <a:cubicBezTo>
                    <a:pt x="429584" y="115880"/>
                    <a:pt x="423235" y="113019"/>
                    <a:pt x="416798" y="110247"/>
                  </a:cubicBezTo>
                  <a:cubicBezTo>
                    <a:pt x="414562" y="109263"/>
                    <a:pt x="415814" y="108906"/>
                    <a:pt x="417334" y="108011"/>
                  </a:cubicBezTo>
                  <a:cubicBezTo>
                    <a:pt x="424666" y="103898"/>
                    <a:pt x="431998" y="99875"/>
                    <a:pt x="439330" y="95941"/>
                  </a:cubicBezTo>
                  <a:lnTo>
                    <a:pt x="439330" y="95941"/>
                  </a:lnTo>
                  <a:close/>
                  <a:moveTo>
                    <a:pt x="341691" y="215218"/>
                  </a:moveTo>
                  <a:cubicBezTo>
                    <a:pt x="344194" y="207260"/>
                    <a:pt x="346698" y="199124"/>
                    <a:pt x="349023" y="191076"/>
                  </a:cubicBezTo>
                  <a:cubicBezTo>
                    <a:pt x="349559" y="189199"/>
                    <a:pt x="349648" y="187947"/>
                    <a:pt x="351079" y="190003"/>
                  </a:cubicBezTo>
                  <a:cubicBezTo>
                    <a:pt x="355013" y="195726"/>
                    <a:pt x="358858" y="201538"/>
                    <a:pt x="362792" y="207349"/>
                  </a:cubicBezTo>
                  <a:cubicBezTo>
                    <a:pt x="370482" y="205204"/>
                    <a:pt x="377545" y="203147"/>
                    <a:pt x="385324" y="200822"/>
                  </a:cubicBezTo>
                  <a:cubicBezTo>
                    <a:pt x="390152" y="199392"/>
                    <a:pt x="389884" y="198945"/>
                    <a:pt x="386486" y="203415"/>
                  </a:cubicBezTo>
                  <a:cubicBezTo>
                    <a:pt x="381390" y="210211"/>
                    <a:pt x="376472" y="217006"/>
                    <a:pt x="371376" y="223712"/>
                  </a:cubicBezTo>
                  <a:cubicBezTo>
                    <a:pt x="373969" y="230686"/>
                    <a:pt x="376472" y="237571"/>
                    <a:pt x="379155" y="244545"/>
                  </a:cubicBezTo>
                  <a:cubicBezTo>
                    <a:pt x="379334" y="244993"/>
                    <a:pt x="379334" y="245350"/>
                    <a:pt x="379334" y="245440"/>
                  </a:cubicBezTo>
                  <a:cubicBezTo>
                    <a:pt x="379155" y="245618"/>
                    <a:pt x="378797" y="245618"/>
                    <a:pt x="378350" y="245440"/>
                  </a:cubicBezTo>
                  <a:cubicBezTo>
                    <a:pt x="370660" y="244188"/>
                    <a:pt x="363060" y="242757"/>
                    <a:pt x="355550" y="241416"/>
                  </a:cubicBezTo>
                  <a:cubicBezTo>
                    <a:pt x="349380" y="247228"/>
                    <a:pt x="343121" y="253219"/>
                    <a:pt x="336773" y="259030"/>
                  </a:cubicBezTo>
                  <a:cubicBezTo>
                    <a:pt x="332839" y="262786"/>
                    <a:pt x="333375" y="263144"/>
                    <a:pt x="334090" y="258405"/>
                  </a:cubicBezTo>
                  <a:cubicBezTo>
                    <a:pt x="334985" y="250804"/>
                    <a:pt x="336058" y="243741"/>
                    <a:pt x="337130" y="236141"/>
                  </a:cubicBezTo>
                  <a:cubicBezTo>
                    <a:pt x="330514" y="233458"/>
                    <a:pt x="323897" y="230686"/>
                    <a:pt x="317281" y="228004"/>
                  </a:cubicBezTo>
                  <a:cubicBezTo>
                    <a:pt x="315045" y="227021"/>
                    <a:pt x="316208" y="226752"/>
                    <a:pt x="317907" y="226037"/>
                  </a:cubicBezTo>
                  <a:cubicBezTo>
                    <a:pt x="325954" y="222371"/>
                    <a:pt x="333912" y="218705"/>
                    <a:pt x="341780" y="215129"/>
                  </a:cubicBezTo>
                  <a:lnTo>
                    <a:pt x="341780" y="215129"/>
                  </a:lnTo>
                  <a:close/>
                  <a:moveTo>
                    <a:pt x="437720" y="195100"/>
                  </a:moveTo>
                  <a:cubicBezTo>
                    <a:pt x="439866" y="186785"/>
                    <a:pt x="442102" y="178558"/>
                    <a:pt x="444337" y="170243"/>
                  </a:cubicBezTo>
                  <a:cubicBezTo>
                    <a:pt x="444784" y="168365"/>
                    <a:pt x="444963" y="167113"/>
                    <a:pt x="446304" y="169170"/>
                  </a:cubicBezTo>
                  <a:cubicBezTo>
                    <a:pt x="450149" y="175071"/>
                    <a:pt x="454083" y="180973"/>
                    <a:pt x="457928" y="186963"/>
                  </a:cubicBezTo>
                  <a:cubicBezTo>
                    <a:pt x="465349" y="184728"/>
                    <a:pt x="472413" y="182582"/>
                    <a:pt x="479744" y="180436"/>
                  </a:cubicBezTo>
                  <a:cubicBezTo>
                    <a:pt x="484484" y="178916"/>
                    <a:pt x="484126" y="178558"/>
                    <a:pt x="480996" y="182940"/>
                  </a:cubicBezTo>
                  <a:cubicBezTo>
                    <a:pt x="476168" y="189825"/>
                    <a:pt x="471251" y="196799"/>
                    <a:pt x="466512" y="203773"/>
                  </a:cubicBezTo>
                  <a:cubicBezTo>
                    <a:pt x="469283" y="210837"/>
                    <a:pt x="472055" y="217900"/>
                    <a:pt x="474737" y="225053"/>
                  </a:cubicBezTo>
                  <a:cubicBezTo>
                    <a:pt x="474916" y="225590"/>
                    <a:pt x="475006" y="225948"/>
                    <a:pt x="474916" y="226126"/>
                  </a:cubicBezTo>
                  <a:cubicBezTo>
                    <a:pt x="474827" y="226126"/>
                    <a:pt x="474469" y="226126"/>
                    <a:pt x="473933" y="226126"/>
                  </a:cubicBezTo>
                  <a:cubicBezTo>
                    <a:pt x="466512" y="224785"/>
                    <a:pt x="459090" y="223444"/>
                    <a:pt x="451669" y="222013"/>
                  </a:cubicBezTo>
                  <a:cubicBezTo>
                    <a:pt x="445678" y="228004"/>
                    <a:pt x="439688" y="233905"/>
                    <a:pt x="433697" y="240075"/>
                  </a:cubicBezTo>
                  <a:cubicBezTo>
                    <a:pt x="429852" y="243919"/>
                    <a:pt x="430299" y="244098"/>
                    <a:pt x="430925" y="239360"/>
                  </a:cubicBezTo>
                  <a:cubicBezTo>
                    <a:pt x="431819" y="231581"/>
                    <a:pt x="432713" y="224517"/>
                    <a:pt x="433518" y="216738"/>
                  </a:cubicBezTo>
                  <a:cubicBezTo>
                    <a:pt x="427080" y="213966"/>
                    <a:pt x="420553" y="211105"/>
                    <a:pt x="414115" y="208244"/>
                  </a:cubicBezTo>
                  <a:cubicBezTo>
                    <a:pt x="411880" y="207349"/>
                    <a:pt x="413042" y="206992"/>
                    <a:pt x="414741" y="206277"/>
                  </a:cubicBezTo>
                  <a:cubicBezTo>
                    <a:pt x="422520" y="202611"/>
                    <a:pt x="430210" y="198855"/>
                    <a:pt x="437720" y="195368"/>
                  </a:cubicBezTo>
                  <a:lnTo>
                    <a:pt x="437720" y="195368"/>
                  </a:lnTo>
                  <a:close/>
                  <a:moveTo>
                    <a:pt x="335879" y="308744"/>
                  </a:moveTo>
                  <a:cubicBezTo>
                    <a:pt x="338561" y="300876"/>
                    <a:pt x="341154" y="293276"/>
                    <a:pt x="343747" y="285407"/>
                  </a:cubicBezTo>
                  <a:cubicBezTo>
                    <a:pt x="344194" y="283619"/>
                    <a:pt x="344462" y="282367"/>
                    <a:pt x="345804" y="284424"/>
                  </a:cubicBezTo>
                  <a:cubicBezTo>
                    <a:pt x="349738" y="290057"/>
                    <a:pt x="353582" y="295779"/>
                    <a:pt x="357427" y="301412"/>
                  </a:cubicBezTo>
                  <a:cubicBezTo>
                    <a:pt x="365296" y="299356"/>
                    <a:pt x="372628" y="297478"/>
                    <a:pt x="380406" y="295422"/>
                  </a:cubicBezTo>
                  <a:cubicBezTo>
                    <a:pt x="385235" y="294080"/>
                    <a:pt x="384967" y="293634"/>
                    <a:pt x="381569" y="297925"/>
                  </a:cubicBezTo>
                  <a:cubicBezTo>
                    <a:pt x="376294" y="304363"/>
                    <a:pt x="371018" y="310979"/>
                    <a:pt x="365743" y="317596"/>
                  </a:cubicBezTo>
                  <a:cubicBezTo>
                    <a:pt x="368246" y="324302"/>
                    <a:pt x="370839" y="331008"/>
                    <a:pt x="373432" y="337803"/>
                  </a:cubicBezTo>
                  <a:cubicBezTo>
                    <a:pt x="373611" y="338340"/>
                    <a:pt x="373611" y="338608"/>
                    <a:pt x="373432" y="338787"/>
                  </a:cubicBezTo>
                  <a:cubicBezTo>
                    <a:pt x="373253" y="338966"/>
                    <a:pt x="372985" y="338966"/>
                    <a:pt x="372449" y="338787"/>
                  </a:cubicBezTo>
                  <a:cubicBezTo>
                    <a:pt x="364670" y="337446"/>
                    <a:pt x="357070" y="336105"/>
                    <a:pt x="349470" y="334585"/>
                  </a:cubicBezTo>
                  <a:cubicBezTo>
                    <a:pt x="343032" y="340307"/>
                    <a:pt x="336683" y="345851"/>
                    <a:pt x="330335" y="351573"/>
                  </a:cubicBezTo>
                  <a:cubicBezTo>
                    <a:pt x="326222" y="355329"/>
                    <a:pt x="326758" y="355507"/>
                    <a:pt x="327474" y="351037"/>
                  </a:cubicBezTo>
                  <a:cubicBezTo>
                    <a:pt x="328636" y="343616"/>
                    <a:pt x="329709" y="336731"/>
                    <a:pt x="330872" y="329309"/>
                  </a:cubicBezTo>
                  <a:cubicBezTo>
                    <a:pt x="324344" y="326538"/>
                    <a:pt x="317638" y="323855"/>
                    <a:pt x="310932" y="321262"/>
                  </a:cubicBezTo>
                  <a:cubicBezTo>
                    <a:pt x="308608" y="320279"/>
                    <a:pt x="309860" y="320010"/>
                    <a:pt x="311648" y="319295"/>
                  </a:cubicBezTo>
                  <a:cubicBezTo>
                    <a:pt x="319784" y="315808"/>
                    <a:pt x="327921" y="312410"/>
                    <a:pt x="335789" y="308923"/>
                  </a:cubicBezTo>
                  <a:lnTo>
                    <a:pt x="335789" y="308923"/>
                  </a:lnTo>
                  <a:close/>
                  <a:moveTo>
                    <a:pt x="228046" y="417650"/>
                  </a:moveTo>
                  <a:cubicBezTo>
                    <a:pt x="230907" y="410139"/>
                    <a:pt x="233769" y="402718"/>
                    <a:pt x="236630" y="395117"/>
                  </a:cubicBezTo>
                  <a:cubicBezTo>
                    <a:pt x="237256" y="393419"/>
                    <a:pt x="237435" y="392256"/>
                    <a:pt x="238597" y="394223"/>
                  </a:cubicBezTo>
                  <a:cubicBezTo>
                    <a:pt x="242531" y="399588"/>
                    <a:pt x="246287" y="405042"/>
                    <a:pt x="250131" y="410407"/>
                  </a:cubicBezTo>
                  <a:cubicBezTo>
                    <a:pt x="258268" y="408351"/>
                    <a:pt x="265779" y="406562"/>
                    <a:pt x="273915" y="404595"/>
                  </a:cubicBezTo>
                  <a:cubicBezTo>
                    <a:pt x="278833" y="403254"/>
                    <a:pt x="278565" y="402897"/>
                    <a:pt x="274988" y="406831"/>
                  </a:cubicBezTo>
                  <a:cubicBezTo>
                    <a:pt x="269445" y="413179"/>
                    <a:pt x="263812" y="419527"/>
                    <a:pt x="258268" y="425697"/>
                  </a:cubicBezTo>
                  <a:cubicBezTo>
                    <a:pt x="260682" y="432224"/>
                    <a:pt x="263007" y="438483"/>
                    <a:pt x="265332" y="445099"/>
                  </a:cubicBezTo>
                  <a:cubicBezTo>
                    <a:pt x="265600" y="445547"/>
                    <a:pt x="265600" y="445815"/>
                    <a:pt x="265510" y="445994"/>
                  </a:cubicBezTo>
                  <a:cubicBezTo>
                    <a:pt x="265332" y="446083"/>
                    <a:pt x="265063" y="446083"/>
                    <a:pt x="264348" y="445994"/>
                  </a:cubicBezTo>
                  <a:cubicBezTo>
                    <a:pt x="256658" y="444563"/>
                    <a:pt x="248880" y="443311"/>
                    <a:pt x="241101" y="442149"/>
                  </a:cubicBezTo>
                  <a:cubicBezTo>
                    <a:pt x="234395" y="447603"/>
                    <a:pt x="227689" y="453057"/>
                    <a:pt x="221072" y="458601"/>
                  </a:cubicBezTo>
                  <a:cubicBezTo>
                    <a:pt x="216780" y="462267"/>
                    <a:pt x="217317" y="462356"/>
                    <a:pt x="218211" y="457886"/>
                  </a:cubicBezTo>
                  <a:cubicBezTo>
                    <a:pt x="219552" y="450911"/>
                    <a:pt x="220893" y="444205"/>
                    <a:pt x="222324" y="437142"/>
                  </a:cubicBezTo>
                  <a:cubicBezTo>
                    <a:pt x="215707" y="434549"/>
                    <a:pt x="208912" y="432045"/>
                    <a:pt x="202206" y="429542"/>
                  </a:cubicBezTo>
                  <a:cubicBezTo>
                    <a:pt x="199970" y="428647"/>
                    <a:pt x="201133" y="428469"/>
                    <a:pt x="203100" y="427664"/>
                  </a:cubicBezTo>
                  <a:cubicBezTo>
                    <a:pt x="211415" y="424266"/>
                    <a:pt x="219731" y="420868"/>
                    <a:pt x="228046" y="417560"/>
                  </a:cubicBezTo>
                  <a:lnTo>
                    <a:pt x="228046" y="417560"/>
                  </a:lnTo>
                  <a:close/>
                  <a:moveTo>
                    <a:pt x="498879" y="654327"/>
                  </a:moveTo>
                  <a:cubicBezTo>
                    <a:pt x="502456" y="646995"/>
                    <a:pt x="506032" y="639663"/>
                    <a:pt x="509430" y="632152"/>
                  </a:cubicBezTo>
                  <a:cubicBezTo>
                    <a:pt x="510235" y="630364"/>
                    <a:pt x="510413" y="629380"/>
                    <a:pt x="511487" y="631437"/>
                  </a:cubicBezTo>
                  <a:cubicBezTo>
                    <a:pt x="514616" y="637607"/>
                    <a:pt x="517835" y="643597"/>
                    <a:pt x="520964" y="649677"/>
                  </a:cubicBezTo>
                  <a:cubicBezTo>
                    <a:pt x="528743" y="648515"/>
                    <a:pt x="536164" y="647531"/>
                    <a:pt x="544033" y="646369"/>
                  </a:cubicBezTo>
                  <a:cubicBezTo>
                    <a:pt x="548951" y="645564"/>
                    <a:pt x="548772" y="645117"/>
                    <a:pt x="544927" y="648962"/>
                  </a:cubicBezTo>
                  <a:cubicBezTo>
                    <a:pt x="539026" y="654863"/>
                    <a:pt x="533125" y="660854"/>
                    <a:pt x="526955" y="666755"/>
                  </a:cubicBezTo>
                  <a:cubicBezTo>
                    <a:pt x="528475" y="673640"/>
                    <a:pt x="530084" y="680614"/>
                    <a:pt x="531605" y="687499"/>
                  </a:cubicBezTo>
                  <a:cubicBezTo>
                    <a:pt x="531783" y="688035"/>
                    <a:pt x="531783" y="688393"/>
                    <a:pt x="531605" y="688661"/>
                  </a:cubicBezTo>
                  <a:cubicBezTo>
                    <a:pt x="531426" y="688661"/>
                    <a:pt x="531068" y="688661"/>
                    <a:pt x="530621" y="688393"/>
                  </a:cubicBezTo>
                  <a:cubicBezTo>
                    <a:pt x="523289" y="686158"/>
                    <a:pt x="516046" y="683744"/>
                    <a:pt x="508536" y="681508"/>
                  </a:cubicBezTo>
                  <a:cubicBezTo>
                    <a:pt x="501561" y="686337"/>
                    <a:pt x="494498" y="691165"/>
                    <a:pt x="487434" y="696083"/>
                  </a:cubicBezTo>
                  <a:cubicBezTo>
                    <a:pt x="482964" y="699212"/>
                    <a:pt x="483500" y="699391"/>
                    <a:pt x="484841" y="694920"/>
                  </a:cubicBezTo>
                  <a:cubicBezTo>
                    <a:pt x="486987" y="687678"/>
                    <a:pt x="488954" y="680972"/>
                    <a:pt x="491100" y="673908"/>
                  </a:cubicBezTo>
                  <a:cubicBezTo>
                    <a:pt x="485020" y="670332"/>
                    <a:pt x="478851" y="666934"/>
                    <a:pt x="472771" y="663357"/>
                  </a:cubicBezTo>
                  <a:cubicBezTo>
                    <a:pt x="470625" y="662195"/>
                    <a:pt x="471787" y="662106"/>
                    <a:pt x="473754" y="661569"/>
                  </a:cubicBezTo>
                  <a:cubicBezTo>
                    <a:pt x="482159" y="659066"/>
                    <a:pt x="490564" y="656651"/>
                    <a:pt x="498879" y="654327"/>
                  </a:cubicBezTo>
                  <a:lnTo>
                    <a:pt x="498879" y="654327"/>
                  </a:lnTo>
                  <a:close/>
                  <a:moveTo>
                    <a:pt x="417066" y="572782"/>
                  </a:moveTo>
                  <a:cubicBezTo>
                    <a:pt x="420285" y="565450"/>
                    <a:pt x="423772" y="558118"/>
                    <a:pt x="426812" y="550697"/>
                  </a:cubicBezTo>
                  <a:cubicBezTo>
                    <a:pt x="427617" y="548908"/>
                    <a:pt x="427796" y="547925"/>
                    <a:pt x="428958" y="549803"/>
                  </a:cubicBezTo>
                  <a:cubicBezTo>
                    <a:pt x="432266" y="555704"/>
                    <a:pt x="435664" y="561694"/>
                    <a:pt x="439062" y="567506"/>
                  </a:cubicBezTo>
                  <a:cubicBezTo>
                    <a:pt x="446840" y="566165"/>
                    <a:pt x="454262" y="564824"/>
                    <a:pt x="462220" y="563393"/>
                  </a:cubicBezTo>
                  <a:cubicBezTo>
                    <a:pt x="467137" y="562589"/>
                    <a:pt x="466869" y="562231"/>
                    <a:pt x="463203" y="566076"/>
                  </a:cubicBezTo>
                  <a:cubicBezTo>
                    <a:pt x="457391" y="572066"/>
                    <a:pt x="451758" y="578057"/>
                    <a:pt x="445768" y="583959"/>
                  </a:cubicBezTo>
                  <a:cubicBezTo>
                    <a:pt x="447466" y="590843"/>
                    <a:pt x="449344" y="597728"/>
                    <a:pt x="451043" y="604613"/>
                  </a:cubicBezTo>
                  <a:cubicBezTo>
                    <a:pt x="451132" y="605149"/>
                    <a:pt x="451222" y="605507"/>
                    <a:pt x="451043" y="605596"/>
                  </a:cubicBezTo>
                  <a:cubicBezTo>
                    <a:pt x="450864" y="605686"/>
                    <a:pt x="450506" y="605596"/>
                    <a:pt x="449970" y="605596"/>
                  </a:cubicBezTo>
                  <a:cubicBezTo>
                    <a:pt x="442638" y="603361"/>
                    <a:pt x="435127" y="601215"/>
                    <a:pt x="427706" y="599159"/>
                  </a:cubicBezTo>
                  <a:cubicBezTo>
                    <a:pt x="420911" y="604077"/>
                    <a:pt x="413936" y="609084"/>
                    <a:pt x="407052" y="614091"/>
                  </a:cubicBezTo>
                  <a:cubicBezTo>
                    <a:pt x="402671" y="617310"/>
                    <a:pt x="403207" y="617489"/>
                    <a:pt x="404459" y="613107"/>
                  </a:cubicBezTo>
                  <a:cubicBezTo>
                    <a:pt x="406426" y="605954"/>
                    <a:pt x="408035" y="599337"/>
                    <a:pt x="410002" y="592274"/>
                  </a:cubicBezTo>
                  <a:cubicBezTo>
                    <a:pt x="403654" y="588966"/>
                    <a:pt x="397395" y="585836"/>
                    <a:pt x="391226" y="582528"/>
                  </a:cubicBezTo>
                  <a:cubicBezTo>
                    <a:pt x="388901" y="581276"/>
                    <a:pt x="390152" y="581365"/>
                    <a:pt x="392120" y="580650"/>
                  </a:cubicBezTo>
                  <a:cubicBezTo>
                    <a:pt x="400435" y="577968"/>
                    <a:pt x="408751" y="575285"/>
                    <a:pt x="417066" y="572692"/>
                  </a:cubicBezTo>
                  <a:lnTo>
                    <a:pt x="417066" y="572692"/>
                  </a:lnTo>
                  <a:close/>
                  <a:moveTo>
                    <a:pt x="328457" y="399231"/>
                  </a:moveTo>
                  <a:cubicBezTo>
                    <a:pt x="331140" y="391720"/>
                    <a:pt x="333912" y="384030"/>
                    <a:pt x="336594" y="376430"/>
                  </a:cubicBezTo>
                  <a:cubicBezTo>
                    <a:pt x="337220" y="374731"/>
                    <a:pt x="337399" y="373658"/>
                    <a:pt x="338740" y="375536"/>
                  </a:cubicBezTo>
                  <a:cubicBezTo>
                    <a:pt x="342585" y="381080"/>
                    <a:pt x="346519" y="386534"/>
                    <a:pt x="350185" y="392256"/>
                  </a:cubicBezTo>
                  <a:cubicBezTo>
                    <a:pt x="358143" y="390379"/>
                    <a:pt x="365653" y="388501"/>
                    <a:pt x="373522" y="386534"/>
                  </a:cubicBezTo>
                  <a:cubicBezTo>
                    <a:pt x="378529" y="385282"/>
                    <a:pt x="378171" y="384924"/>
                    <a:pt x="374684" y="389037"/>
                  </a:cubicBezTo>
                  <a:cubicBezTo>
                    <a:pt x="369319" y="395296"/>
                    <a:pt x="363865" y="401734"/>
                    <a:pt x="358411" y="407993"/>
                  </a:cubicBezTo>
                  <a:cubicBezTo>
                    <a:pt x="360825" y="414610"/>
                    <a:pt x="363239" y="421316"/>
                    <a:pt x="365653" y="427932"/>
                  </a:cubicBezTo>
                  <a:cubicBezTo>
                    <a:pt x="365832" y="428469"/>
                    <a:pt x="365922" y="428647"/>
                    <a:pt x="365832" y="428826"/>
                  </a:cubicBezTo>
                  <a:cubicBezTo>
                    <a:pt x="365653" y="428916"/>
                    <a:pt x="365206" y="428916"/>
                    <a:pt x="364670" y="428826"/>
                  </a:cubicBezTo>
                  <a:cubicBezTo>
                    <a:pt x="357070" y="427306"/>
                    <a:pt x="349380" y="425876"/>
                    <a:pt x="341512" y="424445"/>
                  </a:cubicBezTo>
                  <a:cubicBezTo>
                    <a:pt x="334985" y="429810"/>
                    <a:pt x="328457" y="435353"/>
                    <a:pt x="322020" y="440808"/>
                  </a:cubicBezTo>
                  <a:cubicBezTo>
                    <a:pt x="317817" y="444384"/>
                    <a:pt x="318264" y="444563"/>
                    <a:pt x="319158" y="440003"/>
                  </a:cubicBezTo>
                  <a:cubicBezTo>
                    <a:pt x="320410" y="432850"/>
                    <a:pt x="321662" y="426233"/>
                    <a:pt x="323003" y="418901"/>
                  </a:cubicBezTo>
                  <a:cubicBezTo>
                    <a:pt x="316297" y="416219"/>
                    <a:pt x="309681" y="413537"/>
                    <a:pt x="302975" y="410944"/>
                  </a:cubicBezTo>
                  <a:cubicBezTo>
                    <a:pt x="300560" y="410050"/>
                    <a:pt x="301902" y="409781"/>
                    <a:pt x="303779" y="408977"/>
                  </a:cubicBezTo>
                  <a:cubicBezTo>
                    <a:pt x="312005" y="405758"/>
                    <a:pt x="320231" y="402360"/>
                    <a:pt x="328457" y="399141"/>
                  </a:cubicBezTo>
                  <a:lnTo>
                    <a:pt x="328457" y="399141"/>
                  </a:lnTo>
                  <a:close/>
                  <a:moveTo>
                    <a:pt x="529906" y="173104"/>
                  </a:moveTo>
                  <a:cubicBezTo>
                    <a:pt x="531962" y="164699"/>
                    <a:pt x="533750" y="156205"/>
                    <a:pt x="535628" y="147800"/>
                  </a:cubicBezTo>
                  <a:cubicBezTo>
                    <a:pt x="536075" y="145923"/>
                    <a:pt x="536075" y="144581"/>
                    <a:pt x="537416" y="146727"/>
                  </a:cubicBezTo>
                  <a:cubicBezTo>
                    <a:pt x="541529" y="152718"/>
                    <a:pt x="545642" y="158709"/>
                    <a:pt x="549576" y="164878"/>
                  </a:cubicBezTo>
                  <a:cubicBezTo>
                    <a:pt x="556640" y="162375"/>
                    <a:pt x="563257" y="160139"/>
                    <a:pt x="570410" y="157636"/>
                  </a:cubicBezTo>
                  <a:cubicBezTo>
                    <a:pt x="574880" y="156205"/>
                    <a:pt x="574433" y="155758"/>
                    <a:pt x="571751" y="160407"/>
                  </a:cubicBezTo>
                  <a:cubicBezTo>
                    <a:pt x="567280" y="167650"/>
                    <a:pt x="562988" y="174893"/>
                    <a:pt x="558339" y="182135"/>
                  </a:cubicBezTo>
                  <a:cubicBezTo>
                    <a:pt x="561200" y="189199"/>
                    <a:pt x="564061" y="196620"/>
                    <a:pt x="566834" y="203862"/>
                  </a:cubicBezTo>
                  <a:cubicBezTo>
                    <a:pt x="567012" y="204309"/>
                    <a:pt x="567101" y="204757"/>
                    <a:pt x="567012" y="204935"/>
                  </a:cubicBezTo>
                  <a:cubicBezTo>
                    <a:pt x="567012" y="204935"/>
                    <a:pt x="566655" y="204935"/>
                    <a:pt x="566029" y="204935"/>
                  </a:cubicBezTo>
                  <a:cubicBezTo>
                    <a:pt x="558786" y="203594"/>
                    <a:pt x="551633" y="202164"/>
                    <a:pt x="544391" y="200912"/>
                  </a:cubicBezTo>
                  <a:cubicBezTo>
                    <a:pt x="538847" y="207081"/>
                    <a:pt x="533392" y="213340"/>
                    <a:pt x="527581" y="219510"/>
                  </a:cubicBezTo>
                  <a:cubicBezTo>
                    <a:pt x="523825" y="223444"/>
                    <a:pt x="524362" y="223712"/>
                    <a:pt x="524809" y="218794"/>
                  </a:cubicBezTo>
                  <a:cubicBezTo>
                    <a:pt x="525614" y="210926"/>
                    <a:pt x="526240" y="203594"/>
                    <a:pt x="526776" y="195458"/>
                  </a:cubicBezTo>
                  <a:cubicBezTo>
                    <a:pt x="520517" y="192686"/>
                    <a:pt x="514079" y="189914"/>
                    <a:pt x="507641" y="187142"/>
                  </a:cubicBezTo>
                  <a:cubicBezTo>
                    <a:pt x="505406" y="186248"/>
                    <a:pt x="506568" y="185980"/>
                    <a:pt x="508267" y="184996"/>
                  </a:cubicBezTo>
                  <a:cubicBezTo>
                    <a:pt x="515599" y="181062"/>
                    <a:pt x="522752" y="177217"/>
                    <a:pt x="529995" y="173283"/>
                  </a:cubicBezTo>
                  <a:lnTo>
                    <a:pt x="529995" y="173283"/>
                  </a:lnTo>
                  <a:close/>
                  <a:moveTo>
                    <a:pt x="433339" y="289789"/>
                  </a:moveTo>
                  <a:cubicBezTo>
                    <a:pt x="435843" y="281831"/>
                    <a:pt x="438257" y="273873"/>
                    <a:pt x="440582" y="265915"/>
                  </a:cubicBezTo>
                  <a:cubicBezTo>
                    <a:pt x="441029" y="264127"/>
                    <a:pt x="441208" y="262786"/>
                    <a:pt x="442638" y="264932"/>
                  </a:cubicBezTo>
                  <a:cubicBezTo>
                    <a:pt x="446572" y="270743"/>
                    <a:pt x="450417" y="276466"/>
                    <a:pt x="454351" y="282278"/>
                  </a:cubicBezTo>
                  <a:cubicBezTo>
                    <a:pt x="462041" y="280311"/>
                    <a:pt x="469015" y="278254"/>
                    <a:pt x="476705" y="276108"/>
                  </a:cubicBezTo>
                  <a:cubicBezTo>
                    <a:pt x="481533" y="274857"/>
                    <a:pt x="481175" y="274499"/>
                    <a:pt x="477957" y="278791"/>
                  </a:cubicBezTo>
                  <a:cubicBezTo>
                    <a:pt x="472860" y="285497"/>
                    <a:pt x="467853" y="292113"/>
                    <a:pt x="462935" y="298730"/>
                  </a:cubicBezTo>
                  <a:cubicBezTo>
                    <a:pt x="465618" y="305525"/>
                    <a:pt x="468121" y="312589"/>
                    <a:pt x="470625" y="319384"/>
                  </a:cubicBezTo>
                  <a:cubicBezTo>
                    <a:pt x="470803" y="320010"/>
                    <a:pt x="470893" y="320279"/>
                    <a:pt x="470803" y="320458"/>
                  </a:cubicBezTo>
                  <a:cubicBezTo>
                    <a:pt x="470803" y="320458"/>
                    <a:pt x="470356" y="320547"/>
                    <a:pt x="469730" y="320458"/>
                  </a:cubicBezTo>
                  <a:cubicBezTo>
                    <a:pt x="462220" y="319116"/>
                    <a:pt x="454798" y="317596"/>
                    <a:pt x="447198" y="316166"/>
                  </a:cubicBezTo>
                  <a:cubicBezTo>
                    <a:pt x="441029" y="321709"/>
                    <a:pt x="434859" y="327521"/>
                    <a:pt x="428511" y="333244"/>
                  </a:cubicBezTo>
                  <a:cubicBezTo>
                    <a:pt x="424577" y="336999"/>
                    <a:pt x="425113" y="337178"/>
                    <a:pt x="425739" y="332528"/>
                  </a:cubicBezTo>
                  <a:cubicBezTo>
                    <a:pt x="426812" y="325017"/>
                    <a:pt x="427796" y="318133"/>
                    <a:pt x="428779" y="310532"/>
                  </a:cubicBezTo>
                  <a:cubicBezTo>
                    <a:pt x="422341" y="307671"/>
                    <a:pt x="415635" y="304899"/>
                    <a:pt x="409108" y="302128"/>
                  </a:cubicBezTo>
                  <a:cubicBezTo>
                    <a:pt x="406873" y="301144"/>
                    <a:pt x="408035" y="300876"/>
                    <a:pt x="409824" y="300250"/>
                  </a:cubicBezTo>
                  <a:cubicBezTo>
                    <a:pt x="417692" y="296674"/>
                    <a:pt x="425650" y="293365"/>
                    <a:pt x="433428" y="289968"/>
                  </a:cubicBezTo>
                  <a:lnTo>
                    <a:pt x="433428" y="289968"/>
                  </a:lnTo>
                  <a:close/>
                  <a:moveTo>
                    <a:pt x="528833" y="270922"/>
                  </a:moveTo>
                  <a:cubicBezTo>
                    <a:pt x="530889" y="262786"/>
                    <a:pt x="533035" y="254649"/>
                    <a:pt x="535181" y="246602"/>
                  </a:cubicBezTo>
                  <a:cubicBezTo>
                    <a:pt x="535717" y="244724"/>
                    <a:pt x="535807" y="243473"/>
                    <a:pt x="537148" y="245529"/>
                  </a:cubicBezTo>
                  <a:cubicBezTo>
                    <a:pt x="541082" y="251430"/>
                    <a:pt x="545017" y="257331"/>
                    <a:pt x="548861" y="263322"/>
                  </a:cubicBezTo>
                  <a:cubicBezTo>
                    <a:pt x="556282" y="261176"/>
                    <a:pt x="563078" y="259299"/>
                    <a:pt x="570499" y="257153"/>
                  </a:cubicBezTo>
                  <a:cubicBezTo>
                    <a:pt x="575059" y="255812"/>
                    <a:pt x="574791" y="255454"/>
                    <a:pt x="571662" y="259746"/>
                  </a:cubicBezTo>
                  <a:cubicBezTo>
                    <a:pt x="566834" y="266631"/>
                    <a:pt x="562094" y="273426"/>
                    <a:pt x="557355" y="280311"/>
                  </a:cubicBezTo>
                  <a:cubicBezTo>
                    <a:pt x="559949" y="287374"/>
                    <a:pt x="562631" y="294617"/>
                    <a:pt x="565224" y="301859"/>
                  </a:cubicBezTo>
                  <a:cubicBezTo>
                    <a:pt x="565403" y="302307"/>
                    <a:pt x="565492" y="302575"/>
                    <a:pt x="565492" y="302843"/>
                  </a:cubicBezTo>
                  <a:cubicBezTo>
                    <a:pt x="565403" y="302843"/>
                    <a:pt x="564956" y="302843"/>
                    <a:pt x="564419" y="302843"/>
                  </a:cubicBezTo>
                  <a:cubicBezTo>
                    <a:pt x="557177" y="301323"/>
                    <a:pt x="549845" y="299803"/>
                    <a:pt x="542602" y="298193"/>
                  </a:cubicBezTo>
                  <a:cubicBezTo>
                    <a:pt x="536612" y="304095"/>
                    <a:pt x="530621" y="309907"/>
                    <a:pt x="524630" y="315808"/>
                  </a:cubicBezTo>
                  <a:cubicBezTo>
                    <a:pt x="520785" y="319474"/>
                    <a:pt x="521322" y="319742"/>
                    <a:pt x="521948" y="315003"/>
                  </a:cubicBezTo>
                  <a:cubicBezTo>
                    <a:pt x="522842" y="307224"/>
                    <a:pt x="523736" y="300071"/>
                    <a:pt x="524809" y="292382"/>
                  </a:cubicBezTo>
                  <a:cubicBezTo>
                    <a:pt x="518282" y="289610"/>
                    <a:pt x="511844" y="286659"/>
                    <a:pt x="505317" y="283798"/>
                  </a:cubicBezTo>
                  <a:cubicBezTo>
                    <a:pt x="503082" y="282725"/>
                    <a:pt x="504333" y="282367"/>
                    <a:pt x="505943" y="281741"/>
                  </a:cubicBezTo>
                  <a:cubicBezTo>
                    <a:pt x="513632" y="278254"/>
                    <a:pt x="521232" y="274588"/>
                    <a:pt x="528833" y="271012"/>
                  </a:cubicBezTo>
                  <a:lnTo>
                    <a:pt x="528833" y="271012"/>
                  </a:lnTo>
                  <a:close/>
                  <a:moveTo>
                    <a:pt x="427706" y="382331"/>
                  </a:moveTo>
                  <a:cubicBezTo>
                    <a:pt x="430299" y="374552"/>
                    <a:pt x="432892" y="366863"/>
                    <a:pt x="435485" y="359173"/>
                  </a:cubicBezTo>
                  <a:cubicBezTo>
                    <a:pt x="436111" y="357296"/>
                    <a:pt x="436201" y="356133"/>
                    <a:pt x="437542" y="358190"/>
                  </a:cubicBezTo>
                  <a:cubicBezTo>
                    <a:pt x="441386" y="363912"/>
                    <a:pt x="445142" y="369635"/>
                    <a:pt x="448987" y="375447"/>
                  </a:cubicBezTo>
                  <a:cubicBezTo>
                    <a:pt x="456676" y="373569"/>
                    <a:pt x="463919" y="371781"/>
                    <a:pt x="471698" y="369992"/>
                  </a:cubicBezTo>
                  <a:cubicBezTo>
                    <a:pt x="476615" y="368651"/>
                    <a:pt x="476258" y="368293"/>
                    <a:pt x="472860" y="372496"/>
                  </a:cubicBezTo>
                  <a:cubicBezTo>
                    <a:pt x="467584" y="378934"/>
                    <a:pt x="462309" y="385371"/>
                    <a:pt x="457123" y="391899"/>
                  </a:cubicBezTo>
                  <a:cubicBezTo>
                    <a:pt x="459448" y="398694"/>
                    <a:pt x="462041" y="405579"/>
                    <a:pt x="464455" y="412464"/>
                  </a:cubicBezTo>
                  <a:cubicBezTo>
                    <a:pt x="464634" y="412911"/>
                    <a:pt x="464634" y="413268"/>
                    <a:pt x="464455" y="413447"/>
                  </a:cubicBezTo>
                  <a:cubicBezTo>
                    <a:pt x="464455" y="413447"/>
                    <a:pt x="463919" y="413447"/>
                    <a:pt x="463471" y="413447"/>
                  </a:cubicBezTo>
                  <a:cubicBezTo>
                    <a:pt x="455871" y="411838"/>
                    <a:pt x="448361" y="410228"/>
                    <a:pt x="440850" y="408529"/>
                  </a:cubicBezTo>
                  <a:cubicBezTo>
                    <a:pt x="434412" y="414073"/>
                    <a:pt x="427974" y="419527"/>
                    <a:pt x="421626" y="425071"/>
                  </a:cubicBezTo>
                  <a:cubicBezTo>
                    <a:pt x="417602" y="428558"/>
                    <a:pt x="418139" y="428826"/>
                    <a:pt x="418944" y="424266"/>
                  </a:cubicBezTo>
                  <a:cubicBezTo>
                    <a:pt x="420106" y="416845"/>
                    <a:pt x="421268" y="410050"/>
                    <a:pt x="422610" y="402628"/>
                  </a:cubicBezTo>
                  <a:cubicBezTo>
                    <a:pt x="415993" y="399856"/>
                    <a:pt x="409377" y="396816"/>
                    <a:pt x="402760" y="394134"/>
                  </a:cubicBezTo>
                  <a:cubicBezTo>
                    <a:pt x="400524" y="393061"/>
                    <a:pt x="401776" y="392703"/>
                    <a:pt x="403475" y="392077"/>
                  </a:cubicBezTo>
                  <a:cubicBezTo>
                    <a:pt x="411612" y="388859"/>
                    <a:pt x="419659" y="385640"/>
                    <a:pt x="427617" y="382331"/>
                  </a:cubicBezTo>
                  <a:lnTo>
                    <a:pt x="427617" y="382331"/>
                  </a:lnTo>
                  <a:close/>
                  <a:moveTo>
                    <a:pt x="319337" y="487660"/>
                  </a:moveTo>
                  <a:cubicBezTo>
                    <a:pt x="322288" y="480507"/>
                    <a:pt x="325328" y="473086"/>
                    <a:pt x="328189" y="465754"/>
                  </a:cubicBezTo>
                  <a:cubicBezTo>
                    <a:pt x="328905" y="464055"/>
                    <a:pt x="328994" y="463072"/>
                    <a:pt x="330335" y="464860"/>
                  </a:cubicBezTo>
                  <a:cubicBezTo>
                    <a:pt x="334001" y="470404"/>
                    <a:pt x="337756" y="475858"/>
                    <a:pt x="341601" y="481312"/>
                  </a:cubicBezTo>
                  <a:cubicBezTo>
                    <a:pt x="349559" y="479703"/>
                    <a:pt x="356980" y="478004"/>
                    <a:pt x="365117" y="476394"/>
                  </a:cubicBezTo>
                  <a:cubicBezTo>
                    <a:pt x="370034" y="475232"/>
                    <a:pt x="369766" y="474874"/>
                    <a:pt x="366100" y="478808"/>
                  </a:cubicBezTo>
                  <a:cubicBezTo>
                    <a:pt x="360467" y="484888"/>
                    <a:pt x="354924" y="491058"/>
                    <a:pt x="349291" y="497138"/>
                  </a:cubicBezTo>
                  <a:cubicBezTo>
                    <a:pt x="351347" y="503665"/>
                    <a:pt x="353582" y="510193"/>
                    <a:pt x="355818" y="516899"/>
                  </a:cubicBezTo>
                  <a:cubicBezTo>
                    <a:pt x="355818" y="517435"/>
                    <a:pt x="355997" y="517614"/>
                    <a:pt x="355818" y="517882"/>
                  </a:cubicBezTo>
                  <a:cubicBezTo>
                    <a:pt x="355639" y="517971"/>
                    <a:pt x="355192" y="517882"/>
                    <a:pt x="354655" y="517703"/>
                  </a:cubicBezTo>
                  <a:cubicBezTo>
                    <a:pt x="347145" y="516004"/>
                    <a:pt x="339455" y="514395"/>
                    <a:pt x="331676" y="512875"/>
                  </a:cubicBezTo>
                  <a:cubicBezTo>
                    <a:pt x="324970" y="518061"/>
                    <a:pt x="318175" y="523336"/>
                    <a:pt x="311469" y="528612"/>
                  </a:cubicBezTo>
                  <a:cubicBezTo>
                    <a:pt x="307177" y="532009"/>
                    <a:pt x="307713" y="532099"/>
                    <a:pt x="308697" y="527896"/>
                  </a:cubicBezTo>
                  <a:cubicBezTo>
                    <a:pt x="310306" y="520743"/>
                    <a:pt x="311648" y="514305"/>
                    <a:pt x="313346" y="507152"/>
                  </a:cubicBezTo>
                  <a:cubicBezTo>
                    <a:pt x="306730" y="504380"/>
                    <a:pt x="300113" y="501698"/>
                    <a:pt x="293497" y="499016"/>
                  </a:cubicBezTo>
                  <a:cubicBezTo>
                    <a:pt x="291172" y="498032"/>
                    <a:pt x="292424" y="497853"/>
                    <a:pt x="294391" y="497138"/>
                  </a:cubicBezTo>
                  <a:cubicBezTo>
                    <a:pt x="302706" y="494008"/>
                    <a:pt x="311111" y="490879"/>
                    <a:pt x="319427" y="487839"/>
                  </a:cubicBezTo>
                  <a:lnTo>
                    <a:pt x="319427" y="487839"/>
                  </a:lnTo>
                  <a:close/>
                  <a:moveTo>
                    <a:pt x="630764" y="260640"/>
                  </a:moveTo>
                  <a:cubicBezTo>
                    <a:pt x="632820" y="252235"/>
                    <a:pt x="634698" y="243741"/>
                    <a:pt x="636576" y="235425"/>
                  </a:cubicBezTo>
                  <a:cubicBezTo>
                    <a:pt x="637112" y="233458"/>
                    <a:pt x="637112" y="232117"/>
                    <a:pt x="638364" y="234352"/>
                  </a:cubicBezTo>
                  <a:cubicBezTo>
                    <a:pt x="642298" y="240432"/>
                    <a:pt x="646232" y="246692"/>
                    <a:pt x="650077" y="252861"/>
                  </a:cubicBezTo>
                  <a:cubicBezTo>
                    <a:pt x="657230" y="250715"/>
                    <a:pt x="663847" y="248569"/>
                    <a:pt x="670910" y="246244"/>
                  </a:cubicBezTo>
                  <a:cubicBezTo>
                    <a:pt x="675291" y="244993"/>
                    <a:pt x="674934" y="244456"/>
                    <a:pt x="672252" y="249016"/>
                  </a:cubicBezTo>
                  <a:cubicBezTo>
                    <a:pt x="667691" y="256169"/>
                    <a:pt x="663310" y="263322"/>
                    <a:pt x="658661" y="270386"/>
                  </a:cubicBezTo>
                  <a:cubicBezTo>
                    <a:pt x="661432" y="277807"/>
                    <a:pt x="663936" y="285318"/>
                    <a:pt x="666619" y="292650"/>
                  </a:cubicBezTo>
                  <a:cubicBezTo>
                    <a:pt x="666798" y="293276"/>
                    <a:pt x="666886" y="293634"/>
                    <a:pt x="666798" y="293812"/>
                  </a:cubicBezTo>
                  <a:cubicBezTo>
                    <a:pt x="666708" y="293812"/>
                    <a:pt x="666350" y="293812"/>
                    <a:pt x="665814" y="293723"/>
                  </a:cubicBezTo>
                  <a:cubicBezTo>
                    <a:pt x="658840" y="292113"/>
                    <a:pt x="651865" y="290325"/>
                    <a:pt x="644802" y="288805"/>
                  </a:cubicBezTo>
                  <a:cubicBezTo>
                    <a:pt x="639258" y="294975"/>
                    <a:pt x="633804" y="301055"/>
                    <a:pt x="627902" y="307046"/>
                  </a:cubicBezTo>
                  <a:cubicBezTo>
                    <a:pt x="624237" y="310979"/>
                    <a:pt x="624684" y="311248"/>
                    <a:pt x="625220" y="306241"/>
                  </a:cubicBezTo>
                  <a:cubicBezTo>
                    <a:pt x="626114" y="298283"/>
                    <a:pt x="626919" y="290861"/>
                    <a:pt x="627455" y="282814"/>
                  </a:cubicBezTo>
                  <a:cubicBezTo>
                    <a:pt x="621286" y="279864"/>
                    <a:pt x="615027" y="276824"/>
                    <a:pt x="608679" y="273873"/>
                  </a:cubicBezTo>
                  <a:cubicBezTo>
                    <a:pt x="606533" y="272890"/>
                    <a:pt x="607695" y="272621"/>
                    <a:pt x="609305" y="271817"/>
                  </a:cubicBezTo>
                  <a:cubicBezTo>
                    <a:pt x="616458" y="267972"/>
                    <a:pt x="623700" y="264306"/>
                    <a:pt x="630853" y="260640"/>
                  </a:cubicBezTo>
                  <a:lnTo>
                    <a:pt x="630853" y="260640"/>
                  </a:lnTo>
                  <a:close/>
                  <a:moveTo>
                    <a:pt x="534555" y="375268"/>
                  </a:moveTo>
                  <a:cubicBezTo>
                    <a:pt x="537059" y="367310"/>
                    <a:pt x="539473" y="359352"/>
                    <a:pt x="541887" y="351394"/>
                  </a:cubicBezTo>
                  <a:cubicBezTo>
                    <a:pt x="542423" y="349606"/>
                    <a:pt x="542513" y="348444"/>
                    <a:pt x="543854" y="350500"/>
                  </a:cubicBezTo>
                  <a:cubicBezTo>
                    <a:pt x="547609" y="356402"/>
                    <a:pt x="551365" y="362392"/>
                    <a:pt x="554941" y="368472"/>
                  </a:cubicBezTo>
                  <a:cubicBezTo>
                    <a:pt x="562541" y="366684"/>
                    <a:pt x="569426" y="364985"/>
                    <a:pt x="577026" y="363108"/>
                  </a:cubicBezTo>
                  <a:cubicBezTo>
                    <a:pt x="581765" y="361945"/>
                    <a:pt x="581497" y="361498"/>
                    <a:pt x="578189" y="365701"/>
                  </a:cubicBezTo>
                  <a:cubicBezTo>
                    <a:pt x="573092" y="372317"/>
                    <a:pt x="568085" y="378934"/>
                    <a:pt x="563167" y="385461"/>
                  </a:cubicBezTo>
                  <a:cubicBezTo>
                    <a:pt x="565492" y="392525"/>
                    <a:pt x="567817" y="399856"/>
                    <a:pt x="570231" y="407010"/>
                  </a:cubicBezTo>
                  <a:cubicBezTo>
                    <a:pt x="570410" y="407546"/>
                    <a:pt x="570410" y="407904"/>
                    <a:pt x="570320" y="408082"/>
                  </a:cubicBezTo>
                  <a:cubicBezTo>
                    <a:pt x="570320" y="408082"/>
                    <a:pt x="569873" y="408082"/>
                    <a:pt x="569337" y="407814"/>
                  </a:cubicBezTo>
                  <a:cubicBezTo>
                    <a:pt x="562094" y="406115"/>
                    <a:pt x="554762" y="404238"/>
                    <a:pt x="547520" y="402449"/>
                  </a:cubicBezTo>
                  <a:cubicBezTo>
                    <a:pt x="541350" y="407993"/>
                    <a:pt x="535091" y="413537"/>
                    <a:pt x="528922" y="419170"/>
                  </a:cubicBezTo>
                  <a:cubicBezTo>
                    <a:pt x="524988" y="422746"/>
                    <a:pt x="525524" y="422925"/>
                    <a:pt x="526240" y="418186"/>
                  </a:cubicBezTo>
                  <a:cubicBezTo>
                    <a:pt x="527402" y="410676"/>
                    <a:pt x="528564" y="403612"/>
                    <a:pt x="529637" y="396012"/>
                  </a:cubicBezTo>
                  <a:cubicBezTo>
                    <a:pt x="523289" y="392882"/>
                    <a:pt x="516941" y="389753"/>
                    <a:pt x="510413" y="386713"/>
                  </a:cubicBezTo>
                  <a:cubicBezTo>
                    <a:pt x="508178" y="385640"/>
                    <a:pt x="509430" y="385461"/>
                    <a:pt x="511129" y="384745"/>
                  </a:cubicBezTo>
                  <a:cubicBezTo>
                    <a:pt x="519087" y="381527"/>
                    <a:pt x="526865" y="378397"/>
                    <a:pt x="534555" y="375089"/>
                  </a:cubicBezTo>
                  <a:lnTo>
                    <a:pt x="534555" y="375089"/>
                  </a:lnTo>
                  <a:close/>
                  <a:moveTo>
                    <a:pt x="429584" y="482295"/>
                  </a:moveTo>
                  <a:cubicBezTo>
                    <a:pt x="432445" y="474695"/>
                    <a:pt x="435217" y="467185"/>
                    <a:pt x="437989" y="459674"/>
                  </a:cubicBezTo>
                  <a:cubicBezTo>
                    <a:pt x="438615" y="457886"/>
                    <a:pt x="438883" y="456723"/>
                    <a:pt x="440045" y="458690"/>
                  </a:cubicBezTo>
                  <a:cubicBezTo>
                    <a:pt x="443800" y="464413"/>
                    <a:pt x="447377" y="470314"/>
                    <a:pt x="450954" y="476126"/>
                  </a:cubicBezTo>
                  <a:cubicBezTo>
                    <a:pt x="458733" y="474606"/>
                    <a:pt x="465975" y="473175"/>
                    <a:pt x="473843" y="471476"/>
                  </a:cubicBezTo>
                  <a:cubicBezTo>
                    <a:pt x="478761" y="470493"/>
                    <a:pt x="478493" y="470046"/>
                    <a:pt x="474916" y="473980"/>
                  </a:cubicBezTo>
                  <a:cubicBezTo>
                    <a:pt x="469373" y="480239"/>
                    <a:pt x="463919" y="486409"/>
                    <a:pt x="458464" y="492667"/>
                  </a:cubicBezTo>
                  <a:cubicBezTo>
                    <a:pt x="460610" y="499731"/>
                    <a:pt x="462756" y="506616"/>
                    <a:pt x="464813" y="513590"/>
                  </a:cubicBezTo>
                  <a:cubicBezTo>
                    <a:pt x="464992" y="514037"/>
                    <a:pt x="464992" y="514305"/>
                    <a:pt x="464902" y="514574"/>
                  </a:cubicBezTo>
                  <a:cubicBezTo>
                    <a:pt x="464634" y="514574"/>
                    <a:pt x="464366" y="514574"/>
                    <a:pt x="463829" y="514484"/>
                  </a:cubicBezTo>
                  <a:cubicBezTo>
                    <a:pt x="456408" y="512517"/>
                    <a:pt x="448987" y="510550"/>
                    <a:pt x="441386" y="508672"/>
                  </a:cubicBezTo>
                  <a:cubicBezTo>
                    <a:pt x="434770" y="513948"/>
                    <a:pt x="428332" y="519223"/>
                    <a:pt x="421626" y="524409"/>
                  </a:cubicBezTo>
                  <a:cubicBezTo>
                    <a:pt x="417424" y="527896"/>
                    <a:pt x="417960" y="527986"/>
                    <a:pt x="418944" y="523426"/>
                  </a:cubicBezTo>
                  <a:cubicBezTo>
                    <a:pt x="420374" y="516183"/>
                    <a:pt x="421805" y="509477"/>
                    <a:pt x="423414" y="502145"/>
                  </a:cubicBezTo>
                  <a:cubicBezTo>
                    <a:pt x="416976" y="499016"/>
                    <a:pt x="410539" y="495976"/>
                    <a:pt x="404101" y="492936"/>
                  </a:cubicBezTo>
                  <a:cubicBezTo>
                    <a:pt x="401776" y="492041"/>
                    <a:pt x="403028" y="491684"/>
                    <a:pt x="404906" y="490968"/>
                  </a:cubicBezTo>
                  <a:cubicBezTo>
                    <a:pt x="413132" y="488197"/>
                    <a:pt x="421268" y="485067"/>
                    <a:pt x="429495" y="482206"/>
                  </a:cubicBezTo>
                  <a:lnTo>
                    <a:pt x="429495" y="482206"/>
                  </a:lnTo>
                  <a:close/>
                  <a:moveTo>
                    <a:pt x="627992" y="359889"/>
                  </a:moveTo>
                  <a:cubicBezTo>
                    <a:pt x="630317" y="351484"/>
                    <a:pt x="632642" y="343258"/>
                    <a:pt x="634698" y="335121"/>
                  </a:cubicBezTo>
                  <a:cubicBezTo>
                    <a:pt x="635234" y="333244"/>
                    <a:pt x="635413" y="331902"/>
                    <a:pt x="636754" y="334138"/>
                  </a:cubicBezTo>
                  <a:cubicBezTo>
                    <a:pt x="640420" y="340307"/>
                    <a:pt x="644086" y="346566"/>
                    <a:pt x="647842" y="352736"/>
                  </a:cubicBezTo>
                  <a:cubicBezTo>
                    <a:pt x="655084" y="350947"/>
                    <a:pt x="661790" y="349159"/>
                    <a:pt x="669122" y="347192"/>
                  </a:cubicBezTo>
                  <a:cubicBezTo>
                    <a:pt x="673771" y="345851"/>
                    <a:pt x="673414" y="345493"/>
                    <a:pt x="670195" y="349874"/>
                  </a:cubicBezTo>
                  <a:cubicBezTo>
                    <a:pt x="665367" y="356759"/>
                    <a:pt x="660538" y="363465"/>
                    <a:pt x="655710" y="370261"/>
                  </a:cubicBezTo>
                  <a:cubicBezTo>
                    <a:pt x="658124" y="377682"/>
                    <a:pt x="660538" y="385103"/>
                    <a:pt x="662953" y="392525"/>
                  </a:cubicBezTo>
                  <a:cubicBezTo>
                    <a:pt x="663131" y="392972"/>
                    <a:pt x="663131" y="393329"/>
                    <a:pt x="663042" y="393508"/>
                  </a:cubicBezTo>
                  <a:cubicBezTo>
                    <a:pt x="663042" y="393508"/>
                    <a:pt x="662595" y="393508"/>
                    <a:pt x="662058" y="393508"/>
                  </a:cubicBezTo>
                  <a:cubicBezTo>
                    <a:pt x="654905" y="391720"/>
                    <a:pt x="647931" y="389842"/>
                    <a:pt x="640867" y="388054"/>
                  </a:cubicBezTo>
                  <a:cubicBezTo>
                    <a:pt x="635055" y="393776"/>
                    <a:pt x="628975" y="399499"/>
                    <a:pt x="622985" y="405400"/>
                  </a:cubicBezTo>
                  <a:cubicBezTo>
                    <a:pt x="619140" y="409066"/>
                    <a:pt x="619677" y="409334"/>
                    <a:pt x="620302" y="404416"/>
                  </a:cubicBezTo>
                  <a:cubicBezTo>
                    <a:pt x="621465" y="396638"/>
                    <a:pt x="622448" y="389485"/>
                    <a:pt x="623521" y="381527"/>
                  </a:cubicBezTo>
                  <a:cubicBezTo>
                    <a:pt x="617262" y="378397"/>
                    <a:pt x="611093" y="375089"/>
                    <a:pt x="604923" y="371870"/>
                  </a:cubicBezTo>
                  <a:cubicBezTo>
                    <a:pt x="602688" y="370797"/>
                    <a:pt x="603761" y="370618"/>
                    <a:pt x="605549" y="369903"/>
                  </a:cubicBezTo>
                  <a:cubicBezTo>
                    <a:pt x="613060" y="366595"/>
                    <a:pt x="620570" y="363197"/>
                    <a:pt x="627902" y="359889"/>
                  </a:cubicBezTo>
                  <a:lnTo>
                    <a:pt x="627902" y="359889"/>
                  </a:lnTo>
                  <a:close/>
                  <a:moveTo>
                    <a:pt x="526955" y="469778"/>
                  </a:moveTo>
                  <a:cubicBezTo>
                    <a:pt x="529637" y="461909"/>
                    <a:pt x="532409" y="454041"/>
                    <a:pt x="535091" y="446262"/>
                  </a:cubicBezTo>
                  <a:cubicBezTo>
                    <a:pt x="535717" y="444563"/>
                    <a:pt x="535807" y="443222"/>
                    <a:pt x="537059" y="445368"/>
                  </a:cubicBezTo>
                  <a:cubicBezTo>
                    <a:pt x="540635" y="451537"/>
                    <a:pt x="544212" y="457528"/>
                    <a:pt x="547699" y="463698"/>
                  </a:cubicBezTo>
                  <a:cubicBezTo>
                    <a:pt x="555299" y="462088"/>
                    <a:pt x="562363" y="460568"/>
                    <a:pt x="569963" y="458959"/>
                  </a:cubicBezTo>
                  <a:cubicBezTo>
                    <a:pt x="574880" y="457975"/>
                    <a:pt x="574523" y="457528"/>
                    <a:pt x="571036" y="461641"/>
                  </a:cubicBezTo>
                  <a:cubicBezTo>
                    <a:pt x="565760" y="468079"/>
                    <a:pt x="560395" y="474427"/>
                    <a:pt x="555120" y="480775"/>
                  </a:cubicBezTo>
                  <a:cubicBezTo>
                    <a:pt x="557266" y="488018"/>
                    <a:pt x="559412" y="495171"/>
                    <a:pt x="561647" y="502413"/>
                  </a:cubicBezTo>
                  <a:cubicBezTo>
                    <a:pt x="561647" y="502950"/>
                    <a:pt x="561826" y="503308"/>
                    <a:pt x="561647" y="503487"/>
                  </a:cubicBezTo>
                  <a:cubicBezTo>
                    <a:pt x="561468" y="503576"/>
                    <a:pt x="561200" y="503487"/>
                    <a:pt x="560753" y="503308"/>
                  </a:cubicBezTo>
                  <a:cubicBezTo>
                    <a:pt x="553422" y="501340"/>
                    <a:pt x="546179" y="499373"/>
                    <a:pt x="538847" y="497317"/>
                  </a:cubicBezTo>
                  <a:cubicBezTo>
                    <a:pt x="532409" y="502592"/>
                    <a:pt x="525972" y="507868"/>
                    <a:pt x="519444" y="513411"/>
                  </a:cubicBezTo>
                  <a:cubicBezTo>
                    <a:pt x="515331" y="516809"/>
                    <a:pt x="515868" y="517077"/>
                    <a:pt x="516762" y="512338"/>
                  </a:cubicBezTo>
                  <a:cubicBezTo>
                    <a:pt x="518193" y="505006"/>
                    <a:pt x="519623" y="498032"/>
                    <a:pt x="521143" y="490432"/>
                  </a:cubicBezTo>
                  <a:cubicBezTo>
                    <a:pt x="514795" y="487302"/>
                    <a:pt x="508446" y="483905"/>
                    <a:pt x="502277" y="480596"/>
                  </a:cubicBezTo>
                  <a:cubicBezTo>
                    <a:pt x="500041" y="479524"/>
                    <a:pt x="501293" y="479255"/>
                    <a:pt x="502992" y="478629"/>
                  </a:cubicBezTo>
                  <a:cubicBezTo>
                    <a:pt x="510950" y="475768"/>
                    <a:pt x="518908" y="472907"/>
                    <a:pt x="526865" y="469867"/>
                  </a:cubicBezTo>
                  <a:lnTo>
                    <a:pt x="526865" y="469867"/>
                  </a:lnTo>
                  <a:close/>
                  <a:moveTo>
                    <a:pt x="717316" y="342543"/>
                  </a:moveTo>
                  <a:cubicBezTo>
                    <a:pt x="719373" y="334048"/>
                    <a:pt x="721608" y="325465"/>
                    <a:pt x="723575" y="317060"/>
                  </a:cubicBezTo>
                  <a:cubicBezTo>
                    <a:pt x="724111" y="315093"/>
                    <a:pt x="724111" y="313841"/>
                    <a:pt x="725453" y="315987"/>
                  </a:cubicBezTo>
                  <a:cubicBezTo>
                    <a:pt x="729208" y="322425"/>
                    <a:pt x="732874" y="328773"/>
                    <a:pt x="736450" y="335300"/>
                  </a:cubicBezTo>
                  <a:cubicBezTo>
                    <a:pt x="743514" y="333154"/>
                    <a:pt x="750131" y="331276"/>
                    <a:pt x="757105" y="329309"/>
                  </a:cubicBezTo>
                  <a:cubicBezTo>
                    <a:pt x="761575" y="328057"/>
                    <a:pt x="761128" y="327521"/>
                    <a:pt x="758178" y="332081"/>
                  </a:cubicBezTo>
                  <a:cubicBezTo>
                    <a:pt x="753617" y="339055"/>
                    <a:pt x="749057" y="346119"/>
                    <a:pt x="744408" y="353272"/>
                  </a:cubicBezTo>
                  <a:cubicBezTo>
                    <a:pt x="746911" y="360783"/>
                    <a:pt x="749415" y="368472"/>
                    <a:pt x="751829" y="376073"/>
                  </a:cubicBezTo>
                  <a:cubicBezTo>
                    <a:pt x="752008" y="376609"/>
                    <a:pt x="752098" y="376877"/>
                    <a:pt x="752008" y="377146"/>
                  </a:cubicBezTo>
                  <a:cubicBezTo>
                    <a:pt x="751919" y="377146"/>
                    <a:pt x="751561" y="377146"/>
                    <a:pt x="751025" y="377146"/>
                  </a:cubicBezTo>
                  <a:cubicBezTo>
                    <a:pt x="744050" y="375268"/>
                    <a:pt x="737166" y="373569"/>
                    <a:pt x="730281" y="371691"/>
                  </a:cubicBezTo>
                  <a:cubicBezTo>
                    <a:pt x="724737" y="377861"/>
                    <a:pt x="719104" y="383852"/>
                    <a:pt x="713292" y="389842"/>
                  </a:cubicBezTo>
                  <a:cubicBezTo>
                    <a:pt x="709716" y="393508"/>
                    <a:pt x="710163" y="393866"/>
                    <a:pt x="710699" y="388859"/>
                  </a:cubicBezTo>
                  <a:cubicBezTo>
                    <a:pt x="711683" y="380722"/>
                    <a:pt x="712577" y="373301"/>
                    <a:pt x="713471" y="365075"/>
                  </a:cubicBezTo>
                  <a:cubicBezTo>
                    <a:pt x="707480" y="361945"/>
                    <a:pt x="701400" y="358637"/>
                    <a:pt x="695231" y="355329"/>
                  </a:cubicBezTo>
                  <a:cubicBezTo>
                    <a:pt x="693085" y="354166"/>
                    <a:pt x="694247" y="353988"/>
                    <a:pt x="695857" y="353183"/>
                  </a:cubicBezTo>
                  <a:cubicBezTo>
                    <a:pt x="703099" y="349606"/>
                    <a:pt x="710163" y="346030"/>
                    <a:pt x="717226" y="342543"/>
                  </a:cubicBezTo>
                  <a:lnTo>
                    <a:pt x="717226" y="342543"/>
                  </a:lnTo>
                  <a:close/>
                  <a:moveTo>
                    <a:pt x="620570" y="456455"/>
                  </a:moveTo>
                  <a:cubicBezTo>
                    <a:pt x="623164" y="448318"/>
                    <a:pt x="625846" y="440182"/>
                    <a:pt x="628260" y="432224"/>
                  </a:cubicBezTo>
                  <a:cubicBezTo>
                    <a:pt x="628886" y="430257"/>
                    <a:pt x="628975" y="429005"/>
                    <a:pt x="630227" y="431330"/>
                  </a:cubicBezTo>
                  <a:cubicBezTo>
                    <a:pt x="633714" y="437499"/>
                    <a:pt x="637202" y="443758"/>
                    <a:pt x="640688" y="450107"/>
                  </a:cubicBezTo>
                  <a:cubicBezTo>
                    <a:pt x="648020" y="448497"/>
                    <a:pt x="654816" y="446888"/>
                    <a:pt x="662416" y="445278"/>
                  </a:cubicBezTo>
                  <a:cubicBezTo>
                    <a:pt x="667155" y="444205"/>
                    <a:pt x="666798" y="443669"/>
                    <a:pt x="663400" y="448050"/>
                  </a:cubicBezTo>
                  <a:cubicBezTo>
                    <a:pt x="658214" y="454577"/>
                    <a:pt x="653117" y="461194"/>
                    <a:pt x="648110" y="467721"/>
                  </a:cubicBezTo>
                  <a:cubicBezTo>
                    <a:pt x="650256" y="475053"/>
                    <a:pt x="652402" y="482474"/>
                    <a:pt x="654637" y="489896"/>
                  </a:cubicBezTo>
                  <a:cubicBezTo>
                    <a:pt x="654816" y="490432"/>
                    <a:pt x="654816" y="490700"/>
                    <a:pt x="654816" y="490790"/>
                  </a:cubicBezTo>
                  <a:cubicBezTo>
                    <a:pt x="654816" y="490790"/>
                    <a:pt x="654369" y="490968"/>
                    <a:pt x="653832" y="490790"/>
                  </a:cubicBezTo>
                  <a:cubicBezTo>
                    <a:pt x="646680" y="488733"/>
                    <a:pt x="639526" y="486677"/>
                    <a:pt x="632642" y="484710"/>
                  </a:cubicBezTo>
                  <a:cubicBezTo>
                    <a:pt x="626293" y="490075"/>
                    <a:pt x="620034" y="495707"/>
                    <a:pt x="613776" y="501162"/>
                  </a:cubicBezTo>
                  <a:cubicBezTo>
                    <a:pt x="609841" y="504649"/>
                    <a:pt x="610378" y="504917"/>
                    <a:pt x="611182" y="500178"/>
                  </a:cubicBezTo>
                  <a:cubicBezTo>
                    <a:pt x="612434" y="492489"/>
                    <a:pt x="613776" y="485335"/>
                    <a:pt x="615116" y="477556"/>
                  </a:cubicBezTo>
                  <a:cubicBezTo>
                    <a:pt x="608947" y="474159"/>
                    <a:pt x="602867" y="470761"/>
                    <a:pt x="596697" y="467364"/>
                  </a:cubicBezTo>
                  <a:cubicBezTo>
                    <a:pt x="594462" y="466291"/>
                    <a:pt x="595714" y="466022"/>
                    <a:pt x="597413" y="465307"/>
                  </a:cubicBezTo>
                  <a:cubicBezTo>
                    <a:pt x="605192" y="462356"/>
                    <a:pt x="612881" y="459316"/>
                    <a:pt x="620481" y="456276"/>
                  </a:cubicBezTo>
                  <a:lnTo>
                    <a:pt x="620481" y="456276"/>
                  </a:lnTo>
                  <a:close/>
                  <a:moveTo>
                    <a:pt x="514616" y="562320"/>
                  </a:moveTo>
                  <a:cubicBezTo>
                    <a:pt x="517656" y="554720"/>
                    <a:pt x="520696" y="546941"/>
                    <a:pt x="523736" y="539252"/>
                  </a:cubicBezTo>
                  <a:cubicBezTo>
                    <a:pt x="524451" y="537464"/>
                    <a:pt x="524630" y="536301"/>
                    <a:pt x="525793" y="538358"/>
                  </a:cubicBezTo>
                  <a:cubicBezTo>
                    <a:pt x="529190" y="544527"/>
                    <a:pt x="532499" y="550607"/>
                    <a:pt x="535717" y="556777"/>
                  </a:cubicBezTo>
                  <a:cubicBezTo>
                    <a:pt x="543496" y="555525"/>
                    <a:pt x="550560" y="554273"/>
                    <a:pt x="558339" y="552843"/>
                  </a:cubicBezTo>
                  <a:cubicBezTo>
                    <a:pt x="563167" y="551859"/>
                    <a:pt x="562899" y="551501"/>
                    <a:pt x="559233" y="555525"/>
                  </a:cubicBezTo>
                  <a:cubicBezTo>
                    <a:pt x="553600" y="561605"/>
                    <a:pt x="548146" y="567864"/>
                    <a:pt x="542513" y="574034"/>
                  </a:cubicBezTo>
                  <a:cubicBezTo>
                    <a:pt x="544391" y="581186"/>
                    <a:pt x="546358" y="588429"/>
                    <a:pt x="548325" y="595493"/>
                  </a:cubicBezTo>
                  <a:cubicBezTo>
                    <a:pt x="548325" y="596119"/>
                    <a:pt x="548414" y="596297"/>
                    <a:pt x="548325" y="596476"/>
                  </a:cubicBezTo>
                  <a:cubicBezTo>
                    <a:pt x="548146" y="596566"/>
                    <a:pt x="547788" y="596476"/>
                    <a:pt x="547252" y="596387"/>
                  </a:cubicBezTo>
                  <a:cubicBezTo>
                    <a:pt x="540010" y="594062"/>
                    <a:pt x="532678" y="591916"/>
                    <a:pt x="525346" y="589770"/>
                  </a:cubicBezTo>
                  <a:cubicBezTo>
                    <a:pt x="518640" y="594777"/>
                    <a:pt x="511934" y="599963"/>
                    <a:pt x="505228" y="605149"/>
                  </a:cubicBezTo>
                  <a:cubicBezTo>
                    <a:pt x="501025" y="608458"/>
                    <a:pt x="501472" y="608636"/>
                    <a:pt x="502545" y="603987"/>
                  </a:cubicBezTo>
                  <a:cubicBezTo>
                    <a:pt x="504423" y="596566"/>
                    <a:pt x="506032" y="589860"/>
                    <a:pt x="507820" y="582438"/>
                  </a:cubicBezTo>
                  <a:cubicBezTo>
                    <a:pt x="501561" y="578951"/>
                    <a:pt x="495481" y="575464"/>
                    <a:pt x="489222" y="572245"/>
                  </a:cubicBezTo>
                  <a:cubicBezTo>
                    <a:pt x="486987" y="571083"/>
                    <a:pt x="488149" y="570904"/>
                    <a:pt x="489938" y="570278"/>
                  </a:cubicBezTo>
                  <a:cubicBezTo>
                    <a:pt x="498253" y="567596"/>
                    <a:pt x="506211" y="565003"/>
                    <a:pt x="514437" y="562320"/>
                  </a:cubicBezTo>
                  <a:lnTo>
                    <a:pt x="514437" y="562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31"/>
            <p:cNvSpPr/>
            <p:nvPr/>
          </p:nvSpPr>
          <p:spPr>
            <a:xfrm>
              <a:off x="5067299" y="2848618"/>
              <a:ext cx="1132061" cy="995446"/>
            </a:xfrm>
            <a:custGeom>
              <a:rect b="b" l="l" r="r" t="t"/>
              <a:pathLst>
                <a:path extrusionOk="0" h="995446" w="1132061">
                  <a:moveTo>
                    <a:pt x="910585" y="978807"/>
                  </a:moveTo>
                  <a:cubicBezTo>
                    <a:pt x="902627" y="940002"/>
                    <a:pt x="868292" y="892166"/>
                    <a:pt x="782813" y="836462"/>
                  </a:cubicBezTo>
                  <a:cubicBezTo>
                    <a:pt x="530131" y="671583"/>
                    <a:pt x="330471" y="537910"/>
                    <a:pt x="206545" y="477378"/>
                  </a:cubicBezTo>
                  <a:cubicBezTo>
                    <a:pt x="82528" y="416756"/>
                    <a:pt x="-14306" y="418812"/>
                    <a:pt x="10908" y="366058"/>
                  </a:cubicBezTo>
                  <a:cubicBezTo>
                    <a:pt x="36034" y="313304"/>
                    <a:pt x="74213" y="220940"/>
                    <a:pt x="42382" y="193133"/>
                  </a:cubicBezTo>
                  <a:cubicBezTo>
                    <a:pt x="33083" y="185086"/>
                    <a:pt x="17525" y="180347"/>
                    <a:pt x="0" y="177664"/>
                  </a:cubicBezTo>
                  <a:cubicBezTo>
                    <a:pt x="25662" y="147353"/>
                    <a:pt x="53022" y="118026"/>
                    <a:pt x="83691" y="89950"/>
                  </a:cubicBezTo>
                  <a:cubicBezTo>
                    <a:pt x="142256" y="36481"/>
                    <a:pt x="194742" y="10908"/>
                    <a:pt x="238107" y="0"/>
                  </a:cubicBezTo>
                  <a:cubicBezTo>
                    <a:pt x="254649" y="20476"/>
                    <a:pt x="267167" y="50608"/>
                    <a:pt x="250536" y="89056"/>
                  </a:cubicBezTo>
                  <a:cubicBezTo>
                    <a:pt x="217453" y="165415"/>
                    <a:pt x="149141" y="220761"/>
                    <a:pt x="105061" y="261623"/>
                  </a:cubicBezTo>
                  <a:cubicBezTo>
                    <a:pt x="60980" y="302485"/>
                    <a:pt x="211999" y="306598"/>
                    <a:pt x="294885" y="242757"/>
                  </a:cubicBezTo>
                  <a:cubicBezTo>
                    <a:pt x="377860" y="178916"/>
                    <a:pt x="404684" y="101126"/>
                    <a:pt x="402360" y="45154"/>
                  </a:cubicBezTo>
                  <a:cubicBezTo>
                    <a:pt x="402092" y="38984"/>
                    <a:pt x="402360" y="32994"/>
                    <a:pt x="403254" y="27182"/>
                  </a:cubicBezTo>
                  <a:cubicBezTo>
                    <a:pt x="443043" y="48462"/>
                    <a:pt x="495081" y="77611"/>
                    <a:pt x="502324" y="81634"/>
                  </a:cubicBezTo>
                  <a:cubicBezTo>
                    <a:pt x="472817" y="129113"/>
                    <a:pt x="425071" y="197335"/>
                    <a:pt x="370618" y="241595"/>
                  </a:cubicBezTo>
                  <a:cubicBezTo>
                    <a:pt x="279953" y="315182"/>
                    <a:pt x="195726" y="366773"/>
                    <a:pt x="166040" y="378665"/>
                  </a:cubicBezTo>
                  <a:cubicBezTo>
                    <a:pt x="136355" y="390557"/>
                    <a:pt x="195368" y="399230"/>
                    <a:pt x="195368" y="399230"/>
                  </a:cubicBezTo>
                  <a:cubicBezTo>
                    <a:pt x="195368" y="399230"/>
                    <a:pt x="597191" y="553737"/>
                    <a:pt x="896905" y="764126"/>
                  </a:cubicBezTo>
                  <a:cubicBezTo>
                    <a:pt x="1054898" y="874999"/>
                    <a:pt x="1106579" y="937856"/>
                    <a:pt x="1132062" y="975141"/>
                  </a:cubicBezTo>
                  <a:cubicBezTo>
                    <a:pt x="1128217" y="977466"/>
                    <a:pt x="1124909" y="979344"/>
                    <a:pt x="1122316" y="980596"/>
                  </a:cubicBezTo>
                  <a:cubicBezTo>
                    <a:pt x="1073228" y="1003843"/>
                    <a:pt x="1063750" y="998121"/>
                    <a:pt x="1046225" y="975052"/>
                  </a:cubicBezTo>
                  <a:cubicBezTo>
                    <a:pt x="1028700" y="952073"/>
                    <a:pt x="982116" y="908529"/>
                    <a:pt x="982116" y="908529"/>
                  </a:cubicBezTo>
                  <a:cubicBezTo>
                    <a:pt x="982116" y="908529"/>
                    <a:pt x="946619" y="951089"/>
                    <a:pt x="910674" y="978718"/>
                  </a:cubicBezTo>
                  <a:lnTo>
                    <a:pt x="910674" y="978718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1"/>
            <p:cNvSpPr/>
            <p:nvPr/>
          </p:nvSpPr>
          <p:spPr>
            <a:xfrm>
              <a:off x="4529210" y="3641982"/>
              <a:ext cx="1101774" cy="605864"/>
            </a:xfrm>
            <a:custGeom>
              <a:rect b="b" l="l" r="r" t="t"/>
              <a:pathLst>
                <a:path extrusionOk="0" h="605864" w="1101774">
                  <a:moveTo>
                    <a:pt x="1100320" y="387964"/>
                  </a:moveTo>
                  <a:cubicBezTo>
                    <a:pt x="1058564" y="395117"/>
                    <a:pt x="1007420" y="395207"/>
                    <a:pt x="950106" y="377235"/>
                  </a:cubicBezTo>
                  <a:cubicBezTo>
                    <a:pt x="794974" y="328773"/>
                    <a:pt x="111230" y="24320"/>
                    <a:pt x="56599" y="0"/>
                  </a:cubicBezTo>
                  <a:lnTo>
                    <a:pt x="0" y="77968"/>
                  </a:lnTo>
                  <a:cubicBezTo>
                    <a:pt x="98176" y="102468"/>
                    <a:pt x="586641" y="252771"/>
                    <a:pt x="909423" y="478808"/>
                  </a:cubicBezTo>
                  <a:cubicBezTo>
                    <a:pt x="1017524" y="537553"/>
                    <a:pt x="1068757" y="575553"/>
                    <a:pt x="1090217" y="605864"/>
                  </a:cubicBezTo>
                  <a:cubicBezTo>
                    <a:pt x="1102466" y="582975"/>
                    <a:pt x="1104791" y="564913"/>
                    <a:pt x="1098085" y="557760"/>
                  </a:cubicBezTo>
                  <a:cubicBezTo>
                    <a:pt x="1084226" y="543096"/>
                    <a:pt x="1042380" y="517613"/>
                    <a:pt x="1022620" y="509209"/>
                  </a:cubicBezTo>
                  <a:cubicBezTo>
                    <a:pt x="1022620" y="509209"/>
                    <a:pt x="1041128" y="445278"/>
                    <a:pt x="1100320" y="387964"/>
                  </a:cubicBezTo>
                  <a:lnTo>
                    <a:pt x="1100320" y="387964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31"/>
            <p:cNvSpPr/>
            <p:nvPr/>
          </p:nvSpPr>
          <p:spPr>
            <a:xfrm>
              <a:off x="4983072" y="4487385"/>
              <a:ext cx="249373" cy="75107"/>
            </a:xfrm>
            <a:custGeom>
              <a:rect b="b" l="l" r="r" t="t"/>
              <a:pathLst>
                <a:path extrusionOk="0" h="75107" w="249373">
                  <a:moveTo>
                    <a:pt x="249374" y="90"/>
                  </a:moveTo>
                  <a:cubicBezTo>
                    <a:pt x="177306" y="11177"/>
                    <a:pt x="92364" y="15200"/>
                    <a:pt x="0" y="2593"/>
                  </a:cubicBezTo>
                  <a:lnTo>
                    <a:pt x="99875" y="75107"/>
                  </a:lnTo>
                  <a:cubicBezTo>
                    <a:pt x="117400" y="63930"/>
                    <a:pt x="136266" y="53290"/>
                    <a:pt x="156473" y="43455"/>
                  </a:cubicBezTo>
                  <a:cubicBezTo>
                    <a:pt x="187589" y="28433"/>
                    <a:pt x="218705" y="13948"/>
                    <a:pt x="249284" y="0"/>
                  </a:cubicBezTo>
                  <a:lnTo>
                    <a:pt x="249284" y="0"/>
                  </a:lnTo>
                  <a:close/>
                </a:path>
              </a:pathLst>
            </a:custGeom>
            <a:solidFill>
              <a:srgbClr val="000000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Geologica SemiBold"/>
              <a:buNone/>
              <a:defRPr sz="3300">
                <a:solidFill>
                  <a:schemeClr val="dk1"/>
                </a:solidFill>
                <a:latin typeface="Geologica SemiBold"/>
                <a:ea typeface="Geologica SemiBold"/>
                <a:cs typeface="Geologica SemiBold"/>
                <a:sym typeface="Geologic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32"/>
          <p:cNvSpPr txBox="1"/>
          <p:nvPr>
            <p:ph type="ctrTitle"/>
          </p:nvPr>
        </p:nvSpPr>
        <p:spPr>
          <a:xfrm>
            <a:off x="577550" y="798138"/>
            <a:ext cx="4354200" cy="19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EZPath</a:t>
            </a:r>
            <a:endParaRPr sz="5000"/>
          </a:p>
        </p:txBody>
      </p:sp>
      <p:sp>
        <p:nvSpPr>
          <p:cNvPr id="2037" name="Google Shape;2037;p32"/>
          <p:cNvSpPr txBox="1"/>
          <p:nvPr>
            <p:ph idx="1" type="subTitle"/>
          </p:nvPr>
        </p:nvSpPr>
        <p:spPr>
          <a:xfrm>
            <a:off x="430100" y="2120250"/>
            <a:ext cx="46491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Immigration made easy for immigrants by immigrants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Valentina Santamaria, Jonathan Falero</a:t>
            </a:r>
            <a:endParaRPr/>
          </a:p>
        </p:txBody>
      </p:sp>
      <p:sp>
        <p:nvSpPr>
          <p:cNvPr id="2038" name="Google Shape;2038;p32"/>
          <p:cNvSpPr txBox="1"/>
          <p:nvPr/>
        </p:nvSpPr>
        <p:spPr>
          <a:xfrm>
            <a:off x="7288675" y="590200"/>
            <a:ext cx="11421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12th grade</a:t>
            </a:r>
            <a:endParaRPr b="1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grpSp>
        <p:nvGrpSpPr>
          <p:cNvPr id="2039" name="Google Shape;2039;p32"/>
          <p:cNvGrpSpPr/>
          <p:nvPr/>
        </p:nvGrpSpPr>
        <p:grpSpPr>
          <a:xfrm>
            <a:off x="4208338" y="-5"/>
            <a:ext cx="10837960" cy="4862423"/>
            <a:chOff x="5493689" y="2708375"/>
            <a:chExt cx="2328691" cy="1044761"/>
          </a:xfrm>
        </p:grpSpPr>
        <p:sp>
          <p:nvSpPr>
            <p:cNvPr id="2040" name="Google Shape;2040;p32"/>
            <p:cNvSpPr/>
            <p:nvPr/>
          </p:nvSpPr>
          <p:spPr>
            <a:xfrm>
              <a:off x="5493689" y="2708375"/>
              <a:ext cx="2277560" cy="1044759"/>
            </a:xfrm>
            <a:custGeom>
              <a:rect b="b" l="l" r="r" t="t"/>
              <a:pathLst>
                <a:path extrusionOk="0" h="1044759" w="2277560">
                  <a:moveTo>
                    <a:pt x="2277561" y="0"/>
                  </a:moveTo>
                  <a:lnTo>
                    <a:pt x="576006" y="0"/>
                  </a:lnTo>
                  <a:lnTo>
                    <a:pt x="0" y="1044759"/>
                  </a:lnTo>
                  <a:lnTo>
                    <a:pt x="2277561" y="1044759"/>
                  </a:lnTo>
                  <a:lnTo>
                    <a:pt x="22775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32"/>
            <p:cNvSpPr/>
            <p:nvPr/>
          </p:nvSpPr>
          <p:spPr>
            <a:xfrm>
              <a:off x="5544738" y="2708377"/>
              <a:ext cx="2277642" cy="1044759"/>
            </a:xfrm>
            <a:custGeom>
              <a:rect b="b" l="l" r="r" t="t"/>
              <a:pathLst>
                <a:path extrusionOk="0" h="1044759" w="2277642">
                  <a:moveTo>
                    <a:pt x="2277643" y="0"/>
                  </a:moveTo>
                  <a:lnTo>
                    <a:pt x="576006" y="0"/>
                  </a:lnTo>
                  <a:lnTo>
                    <a:pt x="0" y="1044759"/>
                  </a:lnTo>
                  <a:lnTo>
                    <a:pt x="2277643" y="1044759"/>
                  </a:lnTo>
                  <a:lnTo>
                    <a:pt x="22776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32"/>
            <p:cNvSpPr/>
            <p:nvPr/>
          </p:nvSpPr>
          <p:spPr>
            <a:xfrm>
              <a:off x="5661987" y="3337068"/>
              <a:ext cx="2160392" cy="203281"/>
            </a:xfrm>
            <a:custGeom>
              <a:rect b="b" l="l" r="r" t="t"/>
              <a:pathLst>
                <a:path extrusionOk="0" h="203281" w="2160392">
                  <a:moveTo>
                    <a:pt x="0" y="203282"/>
                  </a:moveTo>
                  <a:lnTo>
                    <a:pt x="2160393" y="203282"/>
                  </a:lnTo>
                  <a:lnTo>
                    <a:pt x="2160393" y="0"/>
                  </a:lnTo>
                  <a:lnTo>
                    <a:pt x="112088" y="0"/>
                  </a:lnTo>
                  <a:lnTo>
                    <a:pt x="0" y="20328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32"/>
            <p:cNvSpPr/>
            <p:nvPr/>
          </p:nvSpPr>
          <p:spPr>
            <a:xfrm>
              <a:off x="5891407" y="2921082"/>
              <a:ext cx="1930973" cy="203281"/>
            </a:xfrm>
            <a:custGeom>
              <a:rect b="b" l="l" r="r" t="t"/>
              <a:pathLst>
                <a:path extrusionOk="0" h="203281" w="1930973">
                  <a:moveTo>
                    <a:pt x="0" y="203282"/>
                  </a:moveTo>
                  <a:lnTo>
                    <a:pt x="1930974" y="203282"/>
                  </a:lnTo>
                  <a:lnTo>
                    <a:pt x="1930974" y="0"/>
                  </a:lnTo>
                  <a:lnTo>
                    <a:pt x="112006" y="0"/>
                  </a:lnTo>
                  <a:lnTo>
                    <a:pt x="0" y="20328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4" name="Google Shape;2044;p32"/>
          <p:cNvGrpSpPr/>
          <p:nvPr/>
        </p:nvGrpSpPr>
        <p:grpSpPr>
          <a:xfrm>
            <a:off x="0" y="4855289"/>
            <a:ext cx="9177396" cy="292882"/>
            <a:chOff x="0" y="4855289"/>
            <a:chExt cx="9177396" cy="292882"/>
          </a:xfrm>
        </p:grpSpPr>
        <p:sp>
          <p:nvSpPr>
            <p:cNvPr id="2045" name="Google Shape;2045;p32"/>
            <p:cNvSpPr/>
            <p:nvPr/>
          </p:nvSpPr>
          <p:spPr>
            <a:xfrm>
              <a:off x="0" y="4855289"/>
              <a:ext cx="9177396" cy="292882"/>
            </a:xfrm>
            <a:custGeom>
              <a:rect b="b" l="l" r="r" t="t"/>
              <a:pathLst>
                <a:path extrusionOk="0" h="146992" w="3796234">
                  <a:moveTo>
                    <a:pt x="0" y="0"/>
                  </a:moveTo>
                  <a:lnTo>
                    <a:pt x="3796235" y="0"/>
                  </a:lnTo>
                  <a:lnTo>
                    <a:pt x="3796235" y="146992"/>
                  </a:lnTo>
                  <a:lnTo>
                    <a:pt x="0" y="146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46" name="Google Shape;2046;p32"/>
            <p:cNvGrpSpPr/>
            <p:nvPr/>
          </p:nvGrpSpPr>
          <p:grpSpPr>
            <a:xfrm>
              <a:off x="111126" y="4908567"/>
              <a:ext cx="8955144" cy="186325"/>
              <a:chOff x="62280" y="4894355"/>
              <a:chExt cx="8955144" cy="186325"/>
            </a:xfrm>
          </p:grpSpPr>
          <p:sp>
            <p:nvSpPr>
              <p:cNvPr id="2047" name="Google Shape;2047;p32"/>
              <p:cNvSpPr/>
              <p:nvPr/>
            </p:nvSpPr>
            <p:spPr>
              <a:xfrm>
                <a:off x="62280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499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8" name="Google Shape;2048;p32"/>
              <p:cNvSpPr/>
              <p:nvPr/>
            </p:nvSpPr>
            <p:spPr>
              <a:xfrm>
                <a:off x="443031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2049;p32"/>
              <p:cNvSpPr/>
              <p:nvPr/>
            </p:nvSpPr>
            <p:spPr>
              <a:xfrm>
                <a:off x="823782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32"/>
              <p:cNvSpPr/>
              <p:nvPr/>
            </p:nvSpPr>
            <p:spPr>
              <a:xfrm>
                <a:off x="1204696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32"/>
              <p:cNvSpPr/>
              <p:nvPr/>
            </p:nvSpPr>
            <p:spPr>
              <a:xfrm>
                <a:off x="1585611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32"/>
              <p:cNvSpPr/>
              <p:nvPr/>
            </p:nvSpPr>
            <p:spPr>
              <a:xfrm>
                <a:off x="1966362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742" y="59649"/>
                    </a:lnTo>
                    <a:lnTo>
                      <a:pt x="79477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2053;p32"/>
              <p:cNvSpPr/>
              <p:nvPr/>
            </p:nvSpPr>
            <p:spPr>
              <a:xfrm>
                <a:off x="2347113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2054;p32"/>
              <p:cNvSpPr/>
              <p:nvPr/>
            </p:nvSpPr>
            <p:spPr>
              <a:xfrm>
                <a:off x="2728028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499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32"/>
              <p:cNvSpPr/>
              <p:nvPr/>
            </p:nvSpPr>
            <p:spPr>
              <a:xfrm>
                <a:off x="3108779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32"/>
              <p:cNvSpPr/>
              <p:nvPr/>
            </p:nvSpPr>
            <p:spPr>
              <a:xfrm>
                <a:off x="3489530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7" name="Google Shape;2057;p32"/>
              <p:cNvSpPr/>
              <p:nvPr/>
            </p:nvSpPr>
            <p:spPr>
              <a:xfrm>
                <a:off x="3870445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32"/>
              <p:cNvSpPr/>
              <p:nvPr/>
            </p:nvSpPr>
            <p:spPr>
              <a:xfrm>
                <a:off x="4251360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32"/>
              <p:cNvSpPr/>
              <p:nvPr/>
            </p:nvSpPr>
            <p:spPr>
              <a:xfrm>
                <a:off x="4632111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478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32"/>
              <p:cNvSpPr/>
              <p:nvPr/>
            </p:nvSpPr>
            <p:spPr>
              <a:xfrm>
                <a:off x="5013025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60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2061;p32"/>
              <p:cNvSpPr/>
              <p:nvPr/>
            </p:nvSpPr>
            <p:spPr>
              <a:xfrm>
                <a:off x="5393940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499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2062;p32"/>
              <p:cNvSpPr/>
              <p:nvPr/>
            </p:nvSpPr>
            <p:spPr>
              <a:xfrm>
                <a:off x="5774691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32"/>
              <p:cNvSpPr/>
              <p:nvPr/>
            </p:nvSpPr>
            <p:spPr>
              <a:xfrm>
                <a:off x="6155442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60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4" name="Google Shape;2064;p32"/>
              <p:cNvSpPr/>
              <p:nvPr/>
            </p:nvSpPr>
            <p:spPr>
              <a:xfrm>
                <a:off x="6536357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401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5" name="Google Shape;2065;p32"/>
              <p:cNvSpPr/>
              <p:nvPr/>
            </p:nvSpPr>
            <p:spPr>
              <a:xfrm>
                <a:off x="6917271" y="489435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6" name="Google Shape;2066;p32"/>
              <p:cNvSpPr/>
              <p:nvPr/>
            </p:nvSpPr>
            <p:spPr>
              <a:xfrm>
                <a:off x="7298023" y="489435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478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32"/>
              <p:cNvSpPr/>
              <p:nvPr/>
            </p:nvSpPr>
            <p:spPr>
              <a:xfrm>
                <a:off x="7678937" y="489440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60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32"/>
              <p:cNvSpPr/>
              <p:nvPr/>
            </p:nvSpPr>
            <p:spPr>
              <a:xfrm>
                <a:off x="8059852" y="489440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401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559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4003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32"/>
              <p:cNvSpPr/>
              <p:nvPr/>
            </p:nvSpPr>
            <p:spPr>
              <a:xfrm>
                <a:off x="8440766" y="4894405"/>
                <a:ext cx="195743" cy="186275"/>
              </a:xfrm>
              <a:custGeom>
                <a:rect b="b" l="l" r="r" t="t"/>
                <a:pathLst>
                  <a:path extrusionOk="0" h="93488" w="98240">
                    <a:moveTo>
                      <a:pt x="49079" y="0"/>
                    </a:moveTo>
                    <a:lnTo>
                      <a:pt x="64319" y="30808"/>
                    </a:lnTo>
                    <a:lnTo>
                      <a:pt x="98241" y="35724"/>
                    </a:lnTo>
                    <a:lnTo>
                      <a:pt x="73660" y="59649"/>
                    </a:lnTo>
                    <a:lnTo>
                      <a:pt x="79477" y="93488"/>
                    </a:lnTo>
                    <a:lnTo>
                      <a:pt x="49079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32"/>
              <p:cNvSpPr/>
              <p:nvPr/>
            </p:nvSpPr>
            <p:spPr>
              <a:xfrm>
                <a:off x="8821517" y="4894405"/>
                <a:ext cx="195907" cy="186275"/>
              </a:xfrm>
              <a:custGeom>
                <a:rect b="b" l="l" r="r" t="t"/>
                <a:pathLst>
                  <a:path extrusionOk="0" h="93488" w="98322">
                    <a:moveTo>
                      <a:pt x="49161" y="0"/>
                    </a:moveTo>
                    <a:lnTo>
                      <a:pt x="64319" y="30808"/>
                    </a:lnTo>
                    <a:lnTo>
                      <a:pt x="98323" y="35724"/>
                    </a:lnTo>
                    <a:lnTo>
                      <a:pt x="73742" y="59649"/>
                    </a:lnTo>
                    <a:lnTo>
                      <a:pt x="79478" y="93488"/>
                    </a:lnTo>
                    <a:lnTo>
                      <a:pt x="49161" y="77511"/>
                    </a:lnTo>
                    <a:lnTo>
                      <a:pt x="18763" y="93488"/>
                    </a:lnTo>
                    <a:lnTo>
                      <a:pt x="24581" y="59649"/>
                    </a:lnTo>
                    <a:lnTo>
                      <a:pt x="0" y="35724"/>
                    </a:lnTo>
                    <a:lnTo>
                      <a:pt x="33921" y="30808"/>
                    </a:lnTo>
                    <a:lnTo>
                      <a:pt x="4916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071" name="Google Shape;2071;p32" title="EZ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9875" y="1273325"/>
            <a:ext cx="2289574" cy="25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2077" name="Google Shape;2077;p33"/>
          <p:cNvSpPr txBox="1"/>
          <p:nvPr>
            <p:ph idx="1" type="body"/>
          </p:nvPr>
        </p:nvSpPr>
        <p:spPr>
          <a:xfrm>
            <a:off x="720000" y="1228629"/>
            <a:ext cx="7704000" cy="24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 million+ immigration applications filed every year in the US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USCIS processes dozens of different form types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Processing times and approval rates vary wildly by form, year, and quarter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Immigrants have very little visibility into what to expect unless they hire a lawyer which could be very expensive at times.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Having gone through this process ourselves and seeing our family members deal with similar issues, we understand the general needs of our target audience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083" name="Google Shape;2083;p34"/>
          <p:cNvSpPr txBox="1"/>
          <p:nvPr>
            <p:ph idx="2" type="subTitle"/>
          </p:nvPr>
        </p:nvSpPr>
        <p:spPr>
          <a:xfrm>
            <a:off x="720000" y="1349575"/>
            <a:ext cx="7704000" cy="21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Immigrants don't know their chances of approval before applying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Hiring an immigration lawyer just to get basic information is expensive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USCIS data is public but buried in complex government spreadsheets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Senior citizens going through this process often struggle with navigating the internet and government websites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current experience is overwhelming, confusing, and inaccessible for non-technical users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simple tool exists that gives a plain, easy to understand prediction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 - EZPath</a:t>
            </a:r>
            <a:endParaRPr/>
          </a:p>
        </p:txBody>
      </p:sp>
      <p:sp>
        <p:nvSpPr>
          <p:cNvPr id="2089" name="Google Shape;2089;p35"/>
          <p:cNvSpPr txBox="1"/>
          <p:nvPr>
            <p:ph idx="4" type="subTitle"/>
          </p:nvPr>
        </p:nvSpPr>
        <p:spPr>
          <a:xfrm>
            <a:off x="854095" y="1307214"/>
            <a:ext cx="7924500" cy="24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built a tool that predicts approval probability for any visa form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Input: form type + year + quarter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Output: approval probability % with a clear outlook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Designed to be simple enough for anyone to use; including seniors with limited tech experience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complicated menus, no legal jargon, just a clear answer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Powered by 10 years of real USCIS data (2015-2025)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</p:txBody>
      </p:sp>
      <p:sp>
        <p:nvSpPr>
          <p:cNvPr id="2095" name="Google Shape;2095;p36"/>
          <p:cNvSpPr txBox="1"/>
          <p:nvPr/>
        </p:nvSpPr>
        <p:spPr>
          <a:xfrm>
            <a:off x="441400" y="1206875"/>
            <a:ext cx="52272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Data Processing: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Python + Pandas for cleaning and standardizing 25 government CSV files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Custom parsers built to handle 3 different file formats across 10 years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Handling Missing Data: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The pending column had significant missing values across multiple years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We used imputation to fill in missing pending values rather than dropping those rows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Imputation means estimating missing values based on patterns from other data points — for example using the average pending volume for that form type across similar years and quarters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This was important because pending volume is a strong signal for backlog and wait times — dropping those rows would have lost valuable historical data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37"/>
          <p:cNvSpPr txBox="1"/>
          <p:nvPr/>
        </p:nvSpPr>
        <p:spPr>
          <a:xfrm>
            <a:off x="540625" y="1287600"/>
            <a:ext cx="74397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Machine Learning Model: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Random Forest Classifier — an ensemble of 100 decision trees voting together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81% accuracy on test data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Trained on 2,000+ data points spanning 2015-2025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Features used: form type, fiscal year, quarter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Why Random Forest: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Works well on small to medium datasets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Handles imperfect data gracefully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Outputs a probability not just yes/no — perfect for showing "63% chance of approval"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Char char="●"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Easy to explain to a non-technical audience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3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</a:t>
            </a:r>
            <a:endParaRPr/>
          </a:p>
        </p:txBody>
      </p:sp>
      <p:sp>
        <p:nvSpPr>
          <p:cNvPr id="2107" name="Google Shape;2107;p38"/>
          <p:cNvSpPr txBox="1"/>
          <p:nvPr>
            <p:ph idx="1" type="subTitle"/>
          </p:nvPr>
        </p:nvSpPr>
        <p:spPr>
          <a:xfrm>
            <a:off x="526925" y="1264375"/>
            <a:ext cx="70737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Add more features like pending volume and backlog trends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Include processing time predictions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Build a web interface for non-technical users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Add more years of data as USCIS releases them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Expand to predict wait times not just approval probability</a:t>
            </a:r>
            <a:endParaRPr/>
          </a:p>
        </p:txBody>
      </p:sp>
      <p:grpSp>
        <p:nvGrpSpPr>
          <p:cNvPr id="2108" name="Google Shape;2108;p38"/>
          <p:cNvGrpSpPr/>
          <p:nvPr/>
        </p:nvGrpSpPr>
        <p:grpSpPr>
          <a:xfrm flipH="1">
            <a:off x="5923350" y="3018297"/>
            <a:ext cx="3254038" cy="1836995"/>
            <a:chOff x="4449014" y="575678"/>
            <a:chExt cx="1585943" cy="895309"/>
          </a:xfrm>
        </p:grpSpPr>
        <p:sp>
          <p:nvSpPr>
            <p:cNvPr id="2109" name="Google Shape;2109;p38"/>
            <p:cNvSpPr/>
            <p:nvPr/>
          </p:nvSpPr>
          <p:spPr>
            <a:xfrm>
              <a:off x="4449014" y="575678"/>
              <a:ext cx="1585943" cy="895309"/>
            </a:xfrm>
            <a:custGeom>
              <a:rect b="b" l="l" r="r" t="t"/>
              <a:pathLst>
                <a:path extrusionOk="0" h="895309" w="1585943">
                  <a:moveTo>
                    <a:pt x="1585943" y="895309"/>
                  </a:moveTo>
                  <a:lnTo>
                    <a:pt x="0" y="895309"/>
                  </a:lnTo>
                  <a:lnTo>
                    <a:pt x="0" y="0"/>
                  </a:lnTo>
                  <a:lnTo>
                    <a:pt x="544134" y="307176"/>
                  </a:lnTo>
                  <a:lnTo>
                    <a:pt x="1585943" y="89530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8"/>
            <p:cNvSpPr/>
            <p:nvPr/>
          </p:nvSpPr>
          <p:spPr>
            <a:xfrm>
              <a:off x="4449014" y="575678"/>
              <a:ext cx="544133" cy="686537"/>
            </a:xfrm>
            <a:custGeom>
              <a:rect b="b" l="l" r="r" t="t"/>
              <a:pathLst>
                <a:path extrusionOk="0" h="686537" w="544133">
                  <a:moveTo>
                    <a:pt x="544134" y="307176"/>
                  </a:moveTo>
                  <a:lnTo>
                    <a:pt x="544134" y="307176"/>
                  </a:lnTo>
                  <a:lnTo>
                    <a:pt x="500380" y="384687"/>
                  </a:lnTo>
                  <a:lnTo>
                    <a:pt x="458921" y="458101"/>
                  </a:lnTo>
                  <a:lnTo>
                    <a:pt x="415167" y="535530"/>
                  </a:lnTo>
                  <a:lnTo>
                    <a:pt x="373708" y="609026"/>
                  </a:lnTo>
                  <a:lnTo>
                    <a:pt x="373708" y="609026"/>
                  </a:lnTo>
                  <a:lnTo>
                    <a:pt x="329954" y="686537"/>
                  </a:lnTo>
                  <a:lnTo>
                    <a:pt x="0" y="500216"/>
                  </a:lnTo>
                  <a:lnTo>
                    <a:pt x="0" y="0"/>
                  </a:lnTo>
                  <a:lnTo>
                    <a:pt x="544134" y="3071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11" name="Google Shape;2111;p38"/>
            <p:cNvGrpSpPr/>
            <p:nvPr/>
          </p:nvGrpSpPr>
          <p:grpSpPr>
            <a:xfrm>
              <a:off x="4450080" y="703006"/>
              <a:ext cx="467113" cy="284725"/>
              <a:chOff x="4450080" y="703006"/>
              <a:chExt cx="467113" cy="284725"/>
            </a:xfrm>
          </p:grpSpPr>
          <p:sp>
            <p:nvSpPr>
              <p:cNvPr id="2112" name="Google Shape;2112;p38"/>
              <p:cNvSpPr/>
              <p:nvPr/>
            </p:nvSpPr>
            <p:spPr>
              <a:xfrm>
                <a:off x="4450080" y="703006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3" name="Google Shape;2113;p38"/>
              <p:cNvSpPr/>
              <p:nvPr/>
            </p:nvSpPr>
            <p:spPr>
              <a:xfrm>
                <a:off x="4519643" y="742253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114;p38"/>
              <p:cNvSpPr/>
              <p:nvPr/>
            </p:nvSpPr>
            <p:spPr>
              <a:xfrm>
                <a:off x="4589206" y="781582"/>
                <a:ext cx="49734" cy="48997"/>
              </a:xfrm>
              <a:custGeom>
                <a:rect b="b" l="l" r="r" t="t"/>
                <a:pathLst>
                  <a:path extrusionOk="0" h="48997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238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38"/>
              <p:cNvSpPr/>
              <p:nvPr/>
            </p:nvSpPr>
            <p:spPr>
              <a:xfrm>
                <a:off x="4658769" y="820829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6" name="Google Shape;2116;p38"/>
              <p:cNvSpPr/>
              <p:nvPr/>
            </p:nvSpPr>
            <p:spPr>
              <a:xfrm>
                <a:off x="4728332" y="860076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7" name="Google Shape;2117;p38"/>
              <p:cNvSpPr/>
              <p:nvPr/>
            </p:nvSpPr>
            <p:spPr>
              <a:xfrm>
                <a:off x="4797896" y="899405"/>
                <a:ext cx="49734" cy="48997"/>
              </a:xfrm>
              <a:custGeom>
                <a:rect b="b" l="l" r="r" t="t"/>
                <a:pathLst>
                  <a:path extrusionOk="0" h="48997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238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8" name="Google Shape;2118;p38"/>
              <p:cNvSpPr/>
              <p:nvPr/>
            </p:nvSpPr>
            <p:spPr>
              <a:xfrm>
                <a:off x="4867459" y="938652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9" name="Google Shape;2119;p38"/>
            <p:cNvGrpSpPr/>
            <p:nvPr/>
          </p:nvGrpSpPr>
          <p:grpSpPr>
            <a:xfrm>
              <a:off x="4454258" y="776748"/>
              <a:ext cx="397632" cy="245478"/>
              <a:chOff x="4454258" y="776748"/>
              <a:chExt cx="397632" cy="245478"/>
            </a:xfrm>
          </p:grpSpPr>
          <p:sp>
            <p:nvSpPr>
              <p:cNvPr id="2120" name="Google Shape;2120;p38"/>
              <p:cNvSpPr/>
              <p:nvPr/>
            </p:nvSpPr>
            <p:spPr>
              <a:xfrm>
                <a:off x="4454258" y="776748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970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534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1" name="Google Shape;2121;p38"/>
              <p:cNvSpPr/>
              <p:nvPr/>
            </p:nvSpPr>
            <p:spPr>
              <a:xfrm>
                <a:off x="4523903" y="816077"/>
                <a:ext cx="49652" cy="48997"/>
              </a:xfrm>
              <a:custGeom>
                <a:rect b="b" l="l" r="r" t="t"/>
                <a:pathLst>
                  <a:path extrusionOk="0" h="48997" w="49652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653" y="28104"/>
                    </a:lnTo>
                    <a:lnTo>
                      <a:pt x="32774" y="32610"/>
                    </a:lnTo>
                    <a:lnTo>
                      <a:pt x="26875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0979" y="20238"/>
                    </a:lnTo>
                    <a:lnTo>
                      <a:pt x="6063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122;p38"/>
              <p:cNvSpPr/>
              <p:nvPr/>
            </p:nvSpPr>
            <p:spPr>
              <a:xfrm>
                <a:off x="4593467" y="855324"/>
                <a:ext cx="49652" cy="49079"/>
              </a:xfrm>
              <a:custGeom>
                <a:rect b="b" l="l" r="r" t="t"/>
                <a:pathLst>
                  <a:path extrusionOk="0" h="49079" w="49652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653" y="28104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123;p38"/>
              <p:cNvSpPr/>
              <p:nvPr/>
            </p:nvSpPr>
            <p:spPr>
              <a:xfrm>
                <a:off x="4663030" y="894571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124;p38"/>
              <p:cNvSpPr/>
              <p:nvPr/>
            </p:nvSpPr>
            <p:spPr>
              <a:xfrm>
                <a:off x="4732593" y="933900"/>
                <a:ext cx="49734" cy="48997"/>
              </a:xfrm>
              <a:custGeom>
                <a:rect b="b" l="l" r="r" t="t"/>
                <a:pathLst>
                  <a:path extrusionOk="0" h="48997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774" y="32610"/>
                    </a:lnTo>
                    <a:lnTo>
                      <a:pt x="26875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0979" y="20238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38"/>
              <p:cNvSpPr/>
              <p:nvPr/>
            </p:nvSpPr>
            <p:spPr>
              <a:xfrm>
                <a:off x="4802156" y="973147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6" name="Google Shape;2126;p38"/>
            <p:cNvGrpSpPr/>
            <p:nvPr/>
          </p:nvGrpSpPr>
          <p:grpSpPr>
            <a:xfrm>
              <a:off x="4449014" y="625905"/>
              <a:ext cx="465803" cy="284725"/>
              <a:chOff x="4449014" y="625905"/>
              <a:chExt cx="465803" cy="284725"/>
            </a:xfrm>
          </p:grpSpPr>
          <p:sp>
            <p:nvSpPr>
              <p:cNvPr id="2127" name="Google Shape;2127;p38"/>
              <p:cNvSpPr/>
              <p:nvPr/>
            </p:nvSpPr>
            <p:spPr>
              <a:xfrm>
                <a:off x="4449014" y="625905"/>
                <a:ext cx="48423" cy="49079"/>
              </a:xfrm>
              <a:custGeom>
                <a:rect b="b" l="l" r="r" t="t"/>
                <a:pathLst>
                  <a:path extrusionOk="0" h="49079" w="48423">
                    <a:moveTo>
                      <a:pt x="48424" y="28104"/>
                    </a:moveTo>
                    <a:lnTo>
                      <a:pt x="31545" y="32610"/>
                    </a:lnTo>
                    <a:lnTo>
                      <a:pt x="25646" y="49079"/>
                    </a:lnTo>
                    <a:lnTo>
                      <a:pt x="16141" y="34413"/>
                    </a:lnTo>
                    <a:lnTo>
                      <a:pt x="0" y="33839"/>
                    </a:lnTo>
                    <a:lnTo>
                      <a:pt x="0" y="32201"/>
                    </a:lnTo>
                    <a:lnTo>
                      <a:pt x="9750" y="20320"/>
                    </a:lnTo>
                    <a:lnTo>
                      <a:pt x="4834" y="3523"/>
                    </a:lnTo>
                    <a:lnTo>
                      <a:pt x="21139" y="9832"/>
                    </a:lnTo>
                    <a:lnTo>
                      <a:pt x="35560" y="0"/>
                    </a:lnTo>
                    <a:lnTo>
                      <a:pt x="34659" y="17452"/>
                    </a:lnTo>
                    <a:lnTo>
                      <a:pt x="48424" y="281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8" name="Google Shape;2128;p38"/>
              <p:cNvSpPr/>
              <p:nvPr/>
            </p:nvSpPr>
            <p:spPr>
              <a:xfrm>
                <a:off x="4517267" y="665152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970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534" y="34413"/>
                    </a:lnTo>
                    <a:lnTo>
                      <a:pt x="0" y="33921"/>
                    </a:lnTo>
                    <a:lnTo>
                      <a:pt x="11061" y="20320"/>
                    </a:lnTo>
                    <a:lnTo>
                      <a:pt x="6145" y="3605"/>
                    </a:lnTo>
                    <a:lnTo>
                      <a:pt x="22450" y="9914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38"/>
              <p:cNvSpPr/>
              <p:nvPr/>
            </p:nvSpPr>
            <p:spPr>
              <a:xfrm>
                <a:off x="4586830" y="704481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970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534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0" name="Google Shape;2130;p38"/>
              <p:cNvSpPr/>
              <p:nvPr/>
            </p:nvSpPr>
            <p:spPr>
              <a:xfrm>
                <a:off x="4656393" y="743728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970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534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131;p38"/>
              <p:cNvSpPr/>
              <p:nvPr/>
            </p:nvSpPr>
            <p:spPr>
              <a:xfrm>
                <a:off x="4725956" y="782975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953" y="0"/>
                    </a:moveTo>
                    <a:lnTo>
                      <a:pt x="35970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534" y="34413"/>
                    </a:lnTo>
                    <a:lnTo>
                      <a:pt x="0" y="33921"/>
                    </a:lnTo>
                    <a:lnTo>
                      <a:pt x="11061" y="20320"/>
                    </a:lnTo>
                    <a:lnTo>
                      <a:pt x="6145" y="3605"/>
                    </a:lnTo>
                    <a:lnTo>
                      <a:pt x="22450" y="9914"/>
                    </a:lnTo>
                    <a:lnTo>
                      <a:pt x="36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132;p38"/>
              <p:cNvSpPr/>
              <p:nvPr/>
            </p:nvSpPr>
            <p:spPr>
              <a:xfrm>
                <a:off x="4795601" y="822304"/>
                <a:ext cx="49652" cy="49079"/>
              </a:xfrm>
              <a:custGeom>
                <a:rect b="b" l="l" r="r" t="t"/>
                <a:pathLst>
                  <a:path extrusionOk="0" h="49079" w="49652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653" y="28104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063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133;p38"/>
              <p:cNvSpPr/>
              <p:nvPr/>
            </p:nvSpPr>
            <p:spPr>
              <a:xfrm>
                <a:off x="4865165" y="861551"/>
                <a:ext cx="49652" cy="49079"/>
              </a:xfrm>
              <a:custGeom>
                <a:rect b="b" l="l" r="r" t="t"/>
                <a:pathLst>
                  <a:path extrusionOk="0" h="49079" w="49652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653" y="28186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4" name="Google Shape;2134;p38"/>
            <p:cNvGrpSpPr/>
            <p:nvPr/>
          </p:nvGrpSpPr>
          <p:grpSpPr>
            <a:xfrm>
              <a:off x="4454996" y="856881"/>
              <a:ext cx="397550" cy="245396"/>
              <a:chOff x="4454996" y="856881"/>
              <a:chExt cx="397550" cy="245396"/>
            </a:xfrm>
          </p:grpSpPr>
          <p:sp>
            <p:nvSpPr>
              <p:cNvPr id="2135" name="Google Shape;2135;p38"/>
              <p:cNvSpPr/>
              <p:nvPr/>
            </p:nvSpPr>
            <p:spPr>
              <a:xfrm>
                <a:off x="4454996" y="856881"/>
                <a:ext cx="49652" cy="48997"/>
              </a:xfrm>
              <a:custGeom>
                <a:rect b="b" l="l" r="r" t="t"/>
                <a:pathLst>
                  <a:path extrusionOk="0" h="48997" w="49652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653" y="28104"/>
                    </a:lnTo>
                    <a:lnTo>
                      <a:pt x="32774" y="32610"/>
                    </a:lnTo>
                    <a:lnTo>
                      <a:pt x="26875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0979" y="20238"/>
                    </a:lnTo>
                    <a:lnTo>
                      <a:pt x="6063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6" name="Google Shape;2136;p38"/>
              <p:cNvSpPr/>
              <p:nvPr/>
            </p:nvSpPr>
            <p:spPr>
              <a:xfrm>
                <a:off x="4524559" y="896128"/>
                <a:ext cx="49652" cy="49079"/>
              </a:xfrm>
              <a:custGeom>
                <a:rect b="b" l="l" r="r" t="t"/>
                <a:pathLst>
                  <a:path extrusionOk="0" h="49079" w="49652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653" y="28104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7" name="Google Shape;2137;p38"/>
              <p:cNvSpPr/>
              <p:nvPr/>
            </p:nvSpPr>
            <p:spPr>
              <a:xfrm>
                <a:off x="4594122" y="935375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774" y="32610"/>
                    </a:lnTo>
                    <a:lnTo>
                      <a:pt x="26875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38"/>
              <p:cNvSpPr/>
              <p:nvPr/>
            </p:nvSpPr>
            <p:spPr>
              <a:xfrm>
                <a:off x="4663685" y="974704"/>
                <a:ext cx="49734" cy="48997"/>
              </a:xfrm>
              <a:custGeom>
                <a:rect b="b" l="l" r="r" t="t"/>
                <a:pathLst>
                  <a:path extrusionOk="0" h="48997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774" y="32610"/>
                    </a:lnTo>
                    <a:lnTo>
                      <a:pt x="26875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0979" y="20238"/>
                    </a:lnTo>
                    <a:lnTo>
                      <a:pt x="6145" y="3523"/>
                    </a:lnTo>
                    <a:lnTo>
                      <a:pt x="22368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38"/>
              <p:cNvSpPr/>
              <p:nvPr/>
            </p:nvSpPr>
            <p:spPr>
              <a:xfrm>
                <a:off x="4733249" y="1013951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774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0979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38"/>
              <p:cNvSpPr/>
              <p:nvPr/>
            </p:nvSpPr>
            <p:spPr>
              <a:xfrm>
                <a:off x="4802812" y="1053198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774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1" name="Google Shape;2141;p38"/>
            <p:cNvGrpSpPr/>
            <p:nvPr/>
          </p:nvGrpSpPr>
          <p:grpSpPr>
            <a:xfrm>
              <a:off x="4462042" y="1006823"/>
              <a:ext cx="327987" cy="206149"/>
              <a:chOff x="4462042" y="1006823"/>
              <a:chExt cx="327987" cy="206149"/>
            </a:xfrm>
          </p:grpSpPr>
          <p:sp>
            <p:nvSpPr>
              <p:cNvPr id="2142" name="Google Shape;2142;p38"/>
              <p:cNvSpPr/>
              <p:nvPr/>
            </p:nvSpPr>
            <p:spPr>
              <a:xfrm>
                <a:off x="4462042" y="1006823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38"/>
              <p:cNvSpPr/>
              <p:nvPr/>
            </p:nvSpPr>
            <p:spPr>
              <a:xfrm>
                <a:off x="4531605" y="1046070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4" name="Google Shape;2144;p38"/>
              <p:cNvSpPr/>
              <p:nvPr/>
            </p:nvSpPr>
            <p:spPr>
              <a:xfrm>
                <a:off x="4601169" y="1085399"/>
                <a:ext cx="49734" cy="48997"/>
              </a:xfrm>
              <a:custGeom>
                <a:rect b="b" l="l" r="r" t="t"/>
                <a:pathLst>
                  <a:path extrusionOk="0" h="48997" w="49734">
                    <a:moveTo>
                      <a:pt x="36871" y="0"/>
                    </a:moveTo>
                    <a:lnTo>
                      <a:pt x="35888" y="17370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8997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238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5" name="Google Shape;2145;p38"/>
              <p:cNvSpPr/>
              <p:nvPr/>
            </p:nvSpPr>
            <p:spPr>
              <a:xfrm>
                <a:off x="4670732" y="1124646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146;p38"/>
              <p:cNvSpPr/>
              <p:nvPr/>
            </p:nvSpPr>
            <p:spPr>
              <a:xfrm>
                <a:off x="4740295" y="1163893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7" name="Google Shape;2147;p38"/>
            <p:cNvGrpSpPr/>
            <p:nvPr/>
          </p:nvGrpSpPr>
          <p:grpSpPr>
            <a:xfrm>
              <a:off x="4459174" y="930623"/>
              <a:ext cx="327987" cy="206149"/>
              <a:chOff x="4459174" y="930623"/>
              <a:chExt cx="327987" cy="206149"/>
            </a:xfrm>
          </p:grpSpPr>
          <p:sp>
            <p:nvSpPr>
              <p:cNvPr id="2148" name="Google Shape;2148;p38"/>
              <p:cNvSpPr/>
              <p:nvPr/>
            </p:nvSpPr>
            <p:spPr>
              <a:xfrm>
                <a:off x="4459174" y="930623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38"/>
              <p:cNvSpPr/>
              <p:nvPr/>
            </p:nvSpPr>
            <p:spPr>
              <a:xfrm>
                <a:off x="4528738" y="969870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921"/>
                    </a:lnTo>
                    <a:lnTo>
                      <a:pt x="11061" y="20320"/>
                    </a:lnTo>
                    <a:lnTo>
                      <a:pt x="6145" y="3605"/>
                    </a:lnTo>
                    <a:lnTo>
                      <a:pt x="22450" y="9914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38"/>
              <p:cNvSpPr/>
              <p:nvPr/>
            </p:nvSpPr>
            <p:spPr>
              <a:xfrm>
                <a:off x="4598301" y="1009199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04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331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38"/>
              <p:cNvSpPr/>
              <p:nvPr/>
            </p:nvSpPr>
            <p:spPr>
              <a:xfrm>
                <a:off x="4667864" y="1048446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839"/>
                    </a:lnTo>
                    <a:lnTo>
                      <a:pt x="11061" y="20320"/>
                    </a:lnTo>
                    <a:lnTo>
                      <a:pt x="6145" y="3523"/>
                    </a:lnTo>
                    <a:lnTo>
                      <a:pt x="22450" y="9832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38"/>
              <p:cNvSpPr/>
              <p:nvPr/>
            </p:nvSpPr>
            <p:spPr>
              <a:xfrm>
                <a:off x="4737427" y="1087693"/>
                <a:ext cx="49734" cy="49079"/>
              </a:xfrm>
              <a:custGeom>
                <a:rect b="b" l="l" r="r" t="t"/>
                <a:pathLst>
                  <a:path extrusionOk="0" h="49079" w="49734">
                    <a:moveTo>
                      <a:pt x="36871" y="0"/>
                    </a:moveTo>
                    <a:lnTo>
                      <a:pt x="35888" y="17452"/>
                    </a:lnTo>
                    <a:lnTo>
                      <a:pt x="49735" y="28186"/>
                    </a:lnTo>
                    <a:lnTo>
                      <a:pt x="32856" y="32610"/>
                    </a:lnTo>
                    <a:lnTo>
                      <a:pt x="26957" y="49079"/>
                    </a:lnTo>
                    <a:lnTo>
                      <a:pt x="17452" y="34413"/>
                    </a:lnTo>
                    <a:lnTo>
                      <a:pt x="0" y="33921"/>
                    </a:lnTo>
                    <a:lnTo>
                      <a:pt x="11061" y="20320"/>
                    </a:lnTo>
                    <a:lnTo>
                      <a:pt x="6145" y="3605"/>
                    </a:lnTo>
                    <a:lnTo>
                      <a:pt x="22450" y="9914"/>
                    </a:lnTo>
                    <a:lnTo>
                      <a:pt x="368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3" name="Google Shape;2153;p38"/>
            <p:cNvGrpSpPr/>
            <p:nvPr/>
          </p:nvGrpSpPr>
          <p:grpSpPr>
            <a:xfrm>
              <a:off x="4449014" y="882854"/>
              <a:ext cx="1585943" cy="588133"/>
              <a:chOff x="4449014" y="882854"/>
              <a:chExt cx="1585943" cy="588133"/>
            </a:xfrm>
          </p:grpSpPr>
          <p:sp>
            <p:nvSpPr>
              <p:cNvPr id="2154" name="Google Shape;2154;p38"/>
              <p:cNvSpPr/>
              <p:nvPr/>
            </p:nvSpPr>
            <p:spPr>
              <a:xfrm>
                <a:off x="4949394" y="882854"/>
                <a:ext cx="1085563" cy="588132"/>
              </a:xfrm>
              <a:custGeom>
                <a:rect b="b" l="l" r="r" t="t"/>
                <a:pathLst>
                  <a:path extrusionOk="0" h="588132" w="1085563">
                    <a:moveTo>
                      <a:pt x="1085563" y="588133"/>
                    </a:moveTo>
                    <a:lnTo>
                      <a:pt x="904568" y="588133"/>
                    </a:lnTo>
                    <a:lnTo>
                      <a:pt x="0" y="77511"/>
                    </a:lnTo>
                    <a:lnTo>
                      <a:pt x="43754" y="0"/>
                    </a:lnTo>
                    <a:lnTo>
                      <a:pt x="1085563" y="58813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38"/>
              <p:cNvSpPr/>
              <p:nvPr/>
            </p:nvSpPr>
            <p:spPr>
              <a:xfrm>
                <a:off x="4864181" y="1033779"/>
                <a:ext cx="818289" cy="437207"/>
              </a:xfrm>
              <a:custGeom>
                <a:rect b="b" l="l" r="r" t="t"/>
                <a:pathLst>
                  <a:path extrusionOk="0" h="437207" w="818289">
                    <a:moveTo>
                      <a:pt x="818290" y="437208"/>
                    </a:moveTo>
                    <a:lnTo>
                      <a:pt x="637212" y="437208"/>
                    </a:lnTo>
                    <a:lnTo>
                      <a:pt x="0" y="77429"/>
                    </a:lnTo>
                    <a:lnTo>
                      <a:pt x="43754" y="0"/>
                    </a:lnTo>
                    <a:lnTo>
                      <a:pt x="818290" y="43720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156;p38"/>
              <p:cNvSpPr/>
              <p:nvPr/>
            </p:nvSpPr>
            <p:spPr>
              <a:xfrm>
                <a:off x="4778969" y="1184705"/>
                <a:ext cx="550934" cy="286282"/>
              </a:xfrm>
              <a:custGeom>
                <a:rect b="b" l="l" r="r" t="t"/>
                <a:pathLst>
                  <a:path extrusionOk="0" h="286282" w="550934">
                    <a:moveTo>
                      <a:pt x="550934" y="286283"/>
                    </a:moveTo>
                    <a:lnTo>
                      <a:pt x="369857" y="286283"/>
                    </a:lnTo>
                    <a:lnTo>
                      <a:pt x="0" y="77511"/>
                    </a:lnTo>
                    <a:lnTo>
                      <a:pt x="43754" y="0"/>
                    </a:lnTo>
                    <a:lnTo>
                      <a:pt x="43754" y="0"/>
                    </a:lnTo>
                    <a:lnTo>
                      <a:pt x="550934" y="2862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38"/>
              <p:cNvSpPr/>
              <p:nvPr/>
            </p:nvSpPr>
            <p:spPr>
              <a:xfrm>
                <a:off x="4449014" y="1172742"/>
                <a:ext cx="528401" cy="298245"/>
              </a:xfrm>
              <a:custGeom>
                <a:rect b="b" l="l" r="r" t="t"/>
                <a:pathLst>
                  <a:path extrusionOk="0" h="298245" w="528401">
                    <a:moveTo>
                      <a:pt x="528402" y="298245"/>
                    </a:moveTo>
                    <a:lnTo>
                      <a:pt x="347324" y="298245"/>
                    </a:lnTo>
                    <a:lnTo>
                      <a:pt x="0" y="102174"/>
                    </a:lnTo>
                    <a:lnTo>
                      <a:pt x="0" y="0"/>
                    </a:lnTo>
                    <a:lnTo>
                      <a:pt x="528402" y="2982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38"/>
              <p:cNvSpPr/>
              <p:nvPr/>
            </p:nvSpPr>
            <p:spPr>
              <a:xfrm>
                <a:off x="4449014" y="1371763"/>
                <a:ext cx="175833" cy="99223"/>
              </a:xfrm>
              <a:custGeom>
                <a:rect b="b" l="l" r="r" t="t"/>
                <a:pathLst>
                  <a:path extrusionOk="0" h="99223" w="175833">
                    <a:moveTo>
                      <a:pt x="175834" y="99224"/>
                    </a:moveTo>
                    <a:lnTo>
                      <a:pt x="0" y="99224"/>
                    </a:lnTo>
                    <a:lnTo>
                      <a:pt x="0" y="0"/>
                    </a:lnTo>
                    <a:lnTo>
                      <a:pt x="175834" y="99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FACED</a:t>
            </a:r>
            <a:endParaRPr/>
          </a:p>
        </p:txBody>
      </p:sp>
      <p:sp>
        <p:nvSpPr>
          <p:cNvPr id="2164" name="Google Shape;2164;p39"/>
          <p:cNvSpPr txBox="1"/>
          <p:nvPr>
            <p:ph idx="1" type="subTitle"/>
          </p:nvPr>
        </p:nvSpPr>
        <p:spPr>
          <a:xfrm>
            <a:off x="487675" y="1613200"/>
            <a:ext cx="3693900" cy="30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USCIS published data in 3 completely different formats depending on the year.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Form names were inconsistent; same form called different things across years Footnote numbers attached to form IDs like I-485 1 instead of I-485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Some forms stored as descriptions instead of IDs ; "Immediate and Preference Relatives" instead of I-130</a:t>
            </a:r>
            <a:endParaRPr/>
          </a:p>
        </p:txBody>
      </p:sp>
      <p:sp>
        <p:nvSpPr>
          <p:cNvPr id="2165" name="Google Shape;2165;p39"/>
          <p:cNvSpPr txBox="1"/>
          <p:nvPr>
            <p:ph idx="2" type="subTitle"/>
          </p:nvPr>
        </p:nvSpPr>
        <p:spPr>
          <a:xfrm>
            <a:off x="4516200" y="1613200"/>
            <a:ext cx="3856200" cy="1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Getting the model to output meaningful probabilities rather than just yes/no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Making predictions feel trustworthy and explainable to a non-technical user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Connecting the Python model to a web interface in a short timeframe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39"/>
          <p:cNvSpPr txBox="1"/>
          <p:nvPr>
            <p:ph idx="4" type="subTitle"/>
          </p:nvPr>
        </p:nvSpPr>
        <p:spPr>
          <a:xfrm>
            <a:off x="720000" y="1103510"/>
            <a:ext cx="2175300" cy="5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167" name="Google Shape;2167;p39"/>
          <p:cNvSpPr txBox="1"/>
          <p:nvPr>
            <p:ph idx="5" type="subTitle"/>
          </p:nvPr>
        </p:nvSpPr>
        <p:spPr>
          <a:xfrm>
            <a:off x="4756850" y="1279303"/>
            <a:ext cx="3477900" cy="3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AI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2" name="Google Shape;2172;p40" title="EZ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94250"/>
            <a:ext cx="2289574" cy="25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40"/>
          <p:cNvSpPr txBox="1"/>
          <p:nvPr/>
        </p:nvSpPr>
        <p:spPr>
          <a:xfrm>
            <a:off x="2878475" y="1887525"/>
            <a:ext cx="5603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Thank you</a:t>
            </a:r>
            <a:endParaRPr sz="5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ted States Foreign Policy - Social Studies - 12th grade by Slidesgo">
  <a:themeElements>
    <a:clrScheme name="Simple Light">
      <a:dk1>
        <a:srgbClr val="0D1C47"/>
      </a:dk1>
      <a:lt1>
        <a:srgbClr val="FFFFFF"/>
      </a:lt1>
      <a:dk2>
        <a:srgbClr val="FDFCF8"/>
      </a:dk2>
      <a:lt2>
        <a:srgbClr val="DE3345"/>
      </a:lt2>
      <a:accent1>
        <a:srgbClr val="C6283F"/>
      </a:accent1>
      <a:accent2>
        <a:srgbClr val="033D83"/>
      </a:accent2>
      <a:accent3>
        <a:srgbClr val="1C3456"/>
      </a:accent3>
      <a:accent4>
        <a:srgbClr val="FFFFFF"/>
      </a:accent4>
      <a:accent5>
        <a:srgbClr val="FFFFFF"/>
      </a:accent5>
      <a:accent6>
        <a:srgbClr val="FFFFFF"/>
      </a:accent6>
      <a:hlink>
        <a:srgbClr val="0D1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